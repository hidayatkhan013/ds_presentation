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25"/>
  </p:notesMasterIdLst>
  <p:sldIdLst>
    <p:sldId id="3825" r:id="rId5"/>
    <p:sldId id="3826" r:id="rId6"/>
    <p:sldId id="3842" r:id="rId7"/>
    <p:sldId id="3827" r:id="rId8"/>
    <p:sldId id="3843" r:id="rId9"/>
    <p:sldId id="3844" r:id="rId10"/>
    <p:sldId id="3845" r:id="rId11"/>
    <p:sldId id="3846" r:id="rId12"/>
    <p:sldId id="3848" r:id="rId13"/>
    <p:sldId id="3849" r:id="rId14"/>
    <p:sldId id="3850" r:id="rId15"/>
    <p:sldId id="3851" r:id="rId16"/>
    <p:sldId id="3854" r:id="rId17"/>
    <p:sldId id="3855" r:id="rId18"/>
    <p:sldId id="3856" r:id="rId19"/>
    <p:sldId id="3857" r:id="rId20"/>
    <p:sldId id="3858" r:id="rId21"/>
    <p:sldId id="3860" r:id="rId22"/>
    <p:sldId id="3859" r:id="rId23"/>
    <p:sldId id="383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CF1413-9702-4F95-9DFE-03393ADE357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6BE39C-C091-4276-9275-6429A62ED804}">
      <dgm:prSet/>
      <dgm:spPr/>
      <dgm:t>
        <a:bodyPr/>
        <a:lstStyle/>
        <a:p>
          <a:r>
            <a:rPr lang="en-US"/>
            <a:t>Hidayat ur Rehman    (211833)</a:t>
          </a:r>
        </a:p>
      </dgm:t>
    </dgm:pt>
    <dgm:pt modelId="{1F19CB62-9801-4FC0-81FB-AB536B1964AB}" type="parTrans" cxnId="{867F693F-814F-4AD0-A792-6B7A503B7807}">
      <dgm:prSet/>
      <dgm:spPr/>
      <dgm:t>
        <a:bodyPr/>
        <a:lstStyle/>
        <a:p>
          <a:endParaRPr lang="en-US"/>
        </a:p>
      </dgm:t>
    </dgm:pt>
    <dgm:pt modelId="{92AF1FE3-1872-4F0C-8E9C-44095AF069B7}" type="sibTrans" cxnId="{867F693F-814F-4AD0-A792-6B7A503B7807}">
      <dgm:prSet/>
      <dgm:spPr/>
      <dgm:t>
        <a:bodyPr/>
        <a:lstStyle/>
        <a:p>
          <a:endParaRPr lang="en-US"/>
        </a:p>
      </dgm:t>
    </dgm:pt>
    <dgm:pt modelId="{9DF46A1C-507D-4C67-9F50-B255CF5E79BE}">
      <dgm:prSet/>
      <dgm:spPr/>
      <dgm:t>
        <a:bodyPr/>
        <a:lstStyle/>
        <a:p>
          <a:r>
            <a:rPr lang="en-US" dirty="0"/>
            <a:t>Nabeel Fakhar            (211847)</a:t>
          </a:r>
        </a:p>
      </dgm:t>
    </dgm:pt>
    <dgm:pt modelId="{7B724F6D-CD1D-40CB-BE37-037BF8392253}" type="parTrans" cxnId="{C57A9C55-F002-49FF-A001-9B6CFC39C721}">
      <dgm:prSet/>
      <dgm:spPr/>
      <dgm:t>
        <a:bodyPr/>
        <a:lstStyle/>
        <a:p>
          <a:endParaRPr lang="en-US"/>
        </a:p>
      </dgm:t>
    </dgm:pt>
    <dgm:pt modelId="{5A457AB4-DE52-4B24-9BD1-39491DCE7EE2}" type="sibTrans" cxnId="{C57A9C55-F002-49FF-A001-9B6CFC39C721}">
      <dgm:prSet/>
      <dgm:spPr/>
      <dgm:t>
        <a:bodyPr/>
        <a:lstStyle/>
        <a:p>
          <a:endParaRPr lang="en-US"/>
        </a:p>
      </dgm:t>
    </dgm:pt>
    <dgm:pt modelId="{DC212E56-43EE-4A30-A58C-74D5AECECD74}">
      <dgm:prSet/>
      <dgm:spPr/>
      <dgm:t>
        <a:bodyPr/>
        <a:lstStyle/>
        <a:p>
          <a:r>
            <a:rPr lang="en-US" dirty="0"/>
            <a:t>Muhammad </a:t>
          </a:r>
          <a:r>
            <a:rPr lang="en-US" dirty="0" err="1"/>
            <a:t>Sangeen</a:t>
          </a:r>
          <a:r>
            <a:rPr lang="en-US" dirty="0"/>
            <a:t>  (211822)</a:t>
          </a:r>
        </a:p>
      </dgm:t>
    </dgm:pt>
    <dgm:pt modelId="{37ED8273-D2DC-401E-90AD-F660D5CE1FEF}" type="parTrans" cxnId="{EF250006-727A-4C6F-89D5-90A158B43816}">
      <dgm:prSet/>
      <dgm:spPr/>
      <dgm:t>
        <a:bodyPr/>
        <a:lstStyle/>
        <a:p>
          <a:endParaRPr lang="en-US"/>
        </a:p>
      </dgm:t>
    </dgm:pt>
    <dgm:pt modelId="{C4608819-06E4-4177-BF4D-B47C195336D7}" type="sibTrans" cxnId="{EF250006-727A-4C6F-89D5-90A158B43816}">
      <dgm:prSet/>
      <dgm:spPr/>
      <dgm:t>
        <a:bodyPr/>
        <a:lstStyle/>
        <a:p>
          <a:endParaRPr lang="en-US"/>
        </a:p>
      </dgm:t>
    </dgm:pt>
    <dgm:pt modelId="{E7350AD3-341A-4FB7-8A99-F53ADDFC97E4}" type="pres">
      <dgm:prSet presAssocID="{61CF1413-9702-4F95-9DFE-03393ADE3572}" presName="linear" presStyleCnt="0">
        <dgm:presLayoutVars>
          <dgm:animLvl val="lvl"/>
          <dgm:resizeHandles val="exact"/>
        </dgm:presLayoutVars>
      </dgm:prSet>
      <dgm:spPr/>
    </dgm:pt>
    <dgm:pt modelId="{E7745D76-59B8-409F-865A-C8FF6E45DCB0}" type="pres">
      <dgm:prSet presAssocID="{C16BE39C-C091-4276-9275-6429A62ED80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56CFAA3-5108-40CC-81DF-23C05FDBB0E8}" type="pres">
      <dgm:prSet presAssocID="{92AF1FE3-1872-4F0C-8E9C-44095AF069B7}" presName="spacer" presStyleCnt="0"/>
      <dgm:spPr/>
    </dgm:pt>
    <dgm:pt modelId="{07E633FB-0174-4A90-A60C-93CF7EDC5BA7}" type="pres">
      <dgm:prSet presAssocID="{9DF46A1C-507D-4C67-9F50-B255CF5E79B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AE979F-FE75-45A8-9470-6DBBCA478DEE}" type="pres">
      <dgm:prSet presAssocID="{5A457AB4-DE52-4B24-9BD1-39491DCE7EE2}" presName="spacer" presStyleCnt="0"/>
      <dgm:spPr/>
    </dgm:pt>
    <dgm:pt modelId="{4E86BFF2-2EF9-410C-A7F7-336172B79675}" type="pres">
      <dgm:prSet presAssocID="{DC212E56-43EE-4A30-A58C-74D5AECECD7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F250006-727A-4C6F-89D5-90A158B43816}" srcId="{61CF1413-9702-4F95-9DFE-03393ADE3572}" destId="{DC212E56-43EE-4A30-A58C-74D5AECECD74}" srcOrd="2" destOrd="0" parTransId="{37ED8273-D2DC-401E-90AD-F660D5CE1FEF}" sibTransId="{C4608819-06E4-4177-BF4D-B47C195336D7}"/>
    <dgm:cxn modelId="{EFCB3E09-6B47-4AFD-983E-84E2097C020E}" type="presOf" srcId="{9DF46A1C-507D-4C67-9F50-B255CF5E79BE}" destId="{07E633FB-0174-4A90-A60C-93CF7EDC5BA7}" srcOrd="0" destOrd="0" presId="urn:microsoft.com/office/officeart/2005/8/layout/vList2"/>
    <dgm:cxn modelId="{867F693F-814F-4AD0-A792-6B7A503B7807}" srcId="{61CF1413-9702-4F95-9DFE-03393ADE3572}" destId="{C16BE39C-C091-4276-9275-6429A62ED804}" srcOrd="0" destOrd="0" parTransId="{1F19CB62-9801-4FC0-81FB-AB536B1964AB}" sibTransId="{92AF1FE3-1872-4F0C-8E9C-44095AF069B7}"/>
    <dgm:cxn modelId="{C57A9C55-F002-49FF-A001-9B6CFC39C721}" srcId="{61CF1413-9702-4F95-9DFE-03393ADE3572}" destId="{9DF46A1C-507D-4C67-9F50-B255CF5E79BE}" srcOrd="1" destOrd="0" parTransId="{7B724F6D-CD1D-40CB-BE37-037BF8392253}" sibTransId="{5A457AB4-DE52-4B24-9BD1-39491DCE7EE2}"/>
    <dgm:cxn modelId="{F251887C-4ABA-45CE-8E9C-6AB573EF6C46}" type="presOf" srcId="{DC212E56-43EE-4A30-A58C-74D5AECECD74}" destId="{4E86BFF2-2EF9-410C-A7F7-336172B79675}" srcOrd="0" destOrd="0" presId="urn:microsoft.com/office/officeart/2005/8/layout/vList2"/>
    <dgm:cxn modelId="{93594DB3-E38F-46BE-B124-B3D49C844922}" type="presOf" srcId="{61CF1413-9702-4F95-9DFE-03393ADE3572}" destId="{E7350AD3-341A-4FB7-8A99-F53ADDFC97E4}" srcOrd="0" destOrd="0" presId="urn:microsoft.com/office/officeart/2005/8/layout/vList2"/>
    <dgm:cxn modelId="{7908B7BD-6775-4C3A-8B08-66E7E684B770}" type="presOf" srcId="{C16BE39C-C091-4276-9275-6429A62ED804}" destId="{E7745D76-59B8-409F-865A-C8FF6E45DCB0}" srcOrd="0" destOrd="0" presId="urn:microsoft.com/office/officeart/2005/8/layout/vList2"/>
    <dgm:cxn modelId="{05951958-319C-43A7-AF27-51A3FF7EE964}" type="presParOf" srcId="{E7350AD3-341A-4FB7-8A99-F53ADDFC97E4}" destId="{E7745D76-59B8-409F-865A-C8FF6E45DCB0}" srcOrd="0" destOrd="0" presId="urn:microsoft.com/office/officeart/2005/8/layout/vList2"/>
    <dgm:cxn modelId="{423BD67B-936D-4400-BC92-C4C641CBB246}" type="presParOf" srcId="{E7350AD3-341A-4FB7-8A99-F53ADDFC97E4}" destId="{356CFAA3-5108-40CC-81DF-23C05FDBB0E8}" srcOrd="1" destOrd="0" presId="urn:microsoft.com/office/officeart/2005/8/layout/vList2"/>
    <dgm:cxn modelId="{F6EBCE9F-344E-4904-A765-06D604352E8E}" type="presParOf" srcId="{E7350AD3-341A-4FB7-8A99-F53ADDFC97E4}" destId="{07E633FB-0174-4A90-A60C-93CF7EDC5BA7}" srcOrd="2" destOrd="0" presId="urn:microsoft.com/office/officeart/2005/8/layout/vList2"/>
    <dgm:cxn modelId="{B85D16CD-E44E-40BE-9606-10BEB136EF7D}" type="presParOf" srcId="{E7350AD3-341A-4FB7-8A99-F53ADDFC97E4}" destId="{C6AE979F-FE75-45A8-9470-6DBBCA478DEE}" srcOrd="3" destOrd="0" presId="urn:microsoft.com/office/officeart/2005/8/layout/vList2"/>
    <dgm:cxn modelId="{257ED463-ED6A-4918-8A5A-81C766EE1C23}" type="presParOf" srcId="{E7350AD3-341A-4FB7-8A99-F53ADDFC97E4}" destId="{4E86BFF2-2EF9-410C-A7F7-336172B796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298712-2332-42AB-ADB4-A66B8527418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E610DDD-BB93-4A72-92A9-3795BE7B78E5}">
      <dgm:prSet/>
      <dgm:spPr/>
      <dgm:t>
        <a:bodyPr/>
        <a:lstStyle/>
        <a:p>
          <a:r>
            <a:rPr lang="en-US" dirty="0"/>
            <a:t>Problem Definition</a:t>
          </a:r>
        </a:p>
      </dgm:t>
    </dgm:pt>
    <dgm:pt modelId="{3308F5CE-7055-4671-91C2-A710E1A33E19}" type="parTrans" cxnId="{824CB8FC-C906-41DB-B1B0-0E6CF4DFD648}">
      <dgm:prSet/>
      <dgm:spPr/>
      <dgm:t>
        <a:bodyPr/>
        <a:lstStyle/>
        <a:p>
          <a:endParaRPr lang="en-US"/>
        </a:p>
      </dgm:t>
    </dgm:pt>
    <dgm:pt modelId="{C72FD808-3CCF-4E47-9046-BD4BF8F74AA3}" type="sibTrans" cxnId="{824CB8FC-C906-41DB-B1B0-0E6CF4DFD648}">
      <dgm:prSet/>
      <dgm:spPr/>
      <dgm:t>
        <a:bodyPr/>
        <a:lstStyle/>
        <a:p>
          <a:endParaRPr lang="en-US"/>
        </a:p>
      </dgm:t>
    </dgm:pt>
    <dgm:pt modelId="{91B2D001-8AD4-4C79-981D-C83CB770B254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4D3EF0A9-99C8-4EF2-9AC1-9002107E5D7F}" type="parTrans" cxnId="{45E70B9B-8867-45CA-B754-282A776DB34F}">
      <dgm:prSet/>
      <dgm:spPr/>
      <dgm:t>
        <a:bodyPr/>
        <a:lstStyle/>
        <a:p>
          <a:endParaRPr lang="en-US"/>
        </a:p>
      </dgm:t>
    </dgm:pt>
    <dgm:pt modelId="{CDC24160-1DF7-480B-9569-CE14FE3C388F}" type="sibTrans" cxnId="{45E70B9B-8867-45CA-B754-282A776DB34F}">
      <dgm:prSet/>
      <dgm:spPr/>
      <dgm:t>
        <a:bodyPr/>
        <a:lstStyle/>
        <a:p>
          <a:endParaRPr lang="en-US"/>
        </a:p>
      </dgm:t>
    </dgm:pt>
    <dgm:pt modelId="{FA00839A-C308-4BE5-AFA8-E184DDE41B13}">
      <dgm:prSet/>
      <dgm:spPr/>
      <dgm:t>
        <a:bodyPr/>
        <a:lstStyle/>
        <a:p>
          <a:r>
            <a:rPr lang="en-US"/>
            <a:t>Related Work</a:t>
          </a:r>
        </a:p>
      </dgm:t>
    </dgm:pt>
    <dgm:pt modelId="{6AF400BB-2338-4D1F-BA4E-77148F51976A}" type="parTrans" cxnId="{A31CD453-14ED-4686-B861-764E75C94F63}">
      <dgm:prSet/>
      <dgm:spPr/>
      <dgm:t>
        <a:bodyPr/>
        <a:lstStyle/>
        <a:p>
          <a:endParaRPr lang="en-US"/>
        </a:p>
      </dgm:t>
    </dgm:pt>
    <dgm:pt modelId="{5698F44F-E242-4642-A35D-BCAAF1FA651E}" type="sibTrans" cxnId="{A31CD453-14ED-4686-B861-764E75C94F63}">
      <dgm:prSet/>
      <dgm:spPr/>
      <dgm:t>
        <a:bodyPr/>
        <a:lstStyle/>
        <a:p>
          <a:endParaRPr lang="en-US"/>
        </a:p>
      </dgm:t>
    </dgm:pt>
    <dgm:pt modelId="{51D859DF-CFFE-4B53-A310-8472AC1F7CB6}">
      <dgm:prSet/>
      <dgm:spPr/>
      <dgm:t>
        <a:bodyPr/>
        <a:lstStyle/>
        <a:p>
          <a:r>
            <a:rPr lang="en-US"/>
            <a:t>Proposed Solutions</a:t>
          </a:r>
        </a:p>
      </dgm:t>
    </dgm:pt>
    <dgm:pt modelId="{F80BC871-0751-489E-8A50-BF4B3A156EF5}" type="parTrans" cxnId="{E0B58089-6D08-4B6E-A565-286DEAFAD1F5}">
      <dgm:prSet/>
      <dgm:spPr/>
      <dgm:t>
        <a:bodyPr/>
        <a:lstStyle/>
        <a:p>
          <a:endParaRPr lang="en-US"/>
        </a:p>
      </dgm:t>
    </dgm:pt>
    <dgm:pt modelId="{03B870D7-7185-4CB4-AF95-86A22879EB97}" type="sibTrans" cxnId="{E0B58089-6D08-4B6E-A565-286DEAFAD1F5}">
      <dgm:prSet/>
      <dgm:spPr/>
      <dgm:t>
        <a:bodyPr/>
        <a:lstStyle/>
        <a:p>
          <a:endParaRPr lang="en-US"/>
        </a:p>
      </dgm:t>
    </dgm:pt>
    <dgm:pt modelId="{65B0FF47-0EC5-4E7C-867B-31800FD6661C}">
      <dgm:prSet/>
      <dgm:spPr/>
      <dgm:t>
        <a:bodyPr/>
        <a:lstStyle/>
        <a:p>
          <a:r>
            <a:rPr lang="en-US"/>
            <a:t>Results and Discussion</a:t>
          </a:r>
        </a:p>
      </dgm:t>
    </dgm:pt>
    <dgm:pt modelId="{CD814C72-4225-4C23-88B9-58DD99C8E0A4}" type="parTrans" cxnId="{52F9D3C9-4E67-44EB-87E5-512AC65F3697}">
      <dgm:prSet/>
      <dgm:spPr/>
      <dgm:t>
        <a:bodyPr/>
        <a:lstStyle/>
        <a:p>
          <a:endParaRPr lang="en-US"/>
        </a:p>
      </dgm:t>
    </dgm:pt>
    <dgm:pt modelId="{E9C78555-070A-4F00-98DD-70B7C1D1B36D}" type="sibTrans" cxnId="{52F9D3C9-4E67-44EB-87E5-512AC65F3697}">
      <dgm:prSet/>
      <dgm:spPr/>
      <dgm:t>
        <a:bodyPr/>
        <a:lstStyle/>
        <a:p>
          <a:endParaRPr lang="en-US"/>
        </a:p>
      </dgm:t>
    </dgm:pt>
    <dgm:pt modelId="{E54E692A-D7AA-4572-AA90-A432840DB7A6}">
      <dgm:prSet/>
      <dgm:spPr/>
      <dgm:t>
        <a:bodyPr/>
        <a:lstStyle/>
        <a:p>
          <a:r>
            <a:rPr lang="en-US"/>
            <a:t>Conclusion and Future Work</a:t>
          </a:r>
        </a:p>
      </dgm:t>
    </dgm:pt>
    <dgm:pt modelId="{77F4F223-291C-4297-A2D9-299FEAADB43A}" type="parTrans" cxnId="{BF7962F7-2E62-42F6-8DA6-86CB97DF4440}">
      <dgm:prSet/>
      <dgm:spPr/>
      <dgm:t>
        <a:bodyPr/>
        <a:lstStyle/>
        <a:p>
          <a:endParaRPr lang="en-US"/>
        </a:p>
      </dgm:t>
    </dgm:pt>
    <dgm:pt modelId="{D7417454-57E5-4556-AD48-1538B37DF24C}" type="sibTrans" cxnId="{BF7962F7-2E62-42F6-8DA6-86CB97DF4440}">
      <dgm:prSet/>
      <dgm:spPr/>
      <dgm:t>
        <a:bodyPr/>
        <a:lstStyle/>
        <a:p>
          <a:endParaRPr lang="en-US"/>
        </a:p>
      </dgm:t>
    </dgm:pt>
    <dgm:pt modelId="{8928D865-2C7E-4075-94ED-BE657BFFB3EA}" type="pres">
      <dgm:prSet presAssocID="{38298712-2332-42AB-ADB4-A66B8527418A}" presName="linear" presStyleCnt="0">
        <dgm:presLayoutVars>
          <dgm:dir/>
          <dgm:animLvl val="lvl"/>
          <dgm:resizeHandles val="exact"/>
        </dgm:presLayoutVars>
      </dgm:prSet>
      <dgm:spPr/>
    </dgm:pt>
    <dgm:pt modelId="{5A36F983-2E90-425D-938E-8D15BCF4887D}" type="pres">
      <dgm:prSet presAssocID="{1E610DDD-BB93-4A72-92A9-3795BE7B78E5}" presName="parentLin" presStyleCnt="0"/>
      <dgm:spPr/>
    </dgm:pt>
    <dgm:pt modelId="{7D549EAF-CD9A-4FAC-8E2C-E21369ADDEA5}" type="pres">
      <dgm:prSet presAssocID="{1E610DDD-BB93-4A72-92A9-3795BE7B78E5}" presName="parentLeftMargin" presStyleLbl="node1" presStyleIdx="0" presStyleCnt="6"/>
      <dgm:spPr/>
    </dgm:pt>
    <dgm:pt modelId="{3512856B-D21B-480A-868D-E8A7FD082B51}" type="pres">
      <dgm:prSet presAssocID="{1E610DDD-BB93-4A72-92A9-3795BE7B78E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D98D75F6-EA3C-4B33-8856-AFAFA99C1B16}" type="pres">
      <dgm:prSet presAssocID="{1E610DDD-BB93-4A72-92A9-3795BE7B78E5}" presName="negativeSpace" presStyleCnt="0"/>
      <dgm:spPr/>
    </dgm:pt>
    <dgm:pt modelId="{E2263829-FD8E-4D15-B607-4B3F2FC69DC8}" type="pres">
      <dgm:prSet presAssocID="{1E610DDD-BB93-4A72-92A9-3795BE7B78E5}" presName="childText" presStyleLbl="conFgAcc1" presStyleIdx="0" presStyleCnt="6">
        <dgm:presLayoutVars>
          <dgm:bulletEnabled val="1"/>
        </dgm:presLayoutVars>
      </dgm:prSet>
      <dgm:spPr/>
    </dgm:pt>
    <dgm:pt modelId="{E5F7696A-444E-44A9-82EB-9FC60A956A1F}" type="pres">
      <dgm:prSet presAssocID="{C72FD808-3CCF-4E47-9046-BD4BF8F74AA3}" presName="spaceBetweenRectangles" presStyleCnt="0"/>
      <dgm:spPr/>
    </dgm:pt>
    <dgm:pt modelId="{B5286DAA-EFCB-44AB-BBB8-8CA2E5CEF2B5}" type="pres">
      <dgm:prSet presAssocID="{91B2D001-8AD4-4C79-981D-C83CB770B254}" presName="parentLin" presStyleCnt="0"/>
      <dgm:spPr/>
    </dgm:pt>
    <dgm:pt modelId="{FD15B280-5832-4380-9A7A-D9356DBE8EE9}" type="pres">
      <dgm:prSet presAssocID="{91B2D001-8AD4-4C79-981D-C83CB770B254}" presName="parentLeftMargin" presStyleLbl="node1" presStyleIdx="0" presStyleCnt="6"/>
      <dgm:spPr/>
    </dgm:pt>
    <dgm:pt modelId="{AF27DE45-5406-4AA0-9381-7218E30A42E9}" type="pres">
      <dgm:prSet presAssocID="{91B2D001-8AD4-4C79-981D-C83CB770B25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929FBFB-0FA0-4BAD-9D26-7A4EF2CE1188}" type="pres">
      <dgm:prSet presAssocID="{91B2D001-8AD4-4C79-981D-C83CB770B254}" presName="negativeSpace" presStyleCnt="0"/>
      <dgm:spPr/>
    </dgm:pt>
    <dgm:pt modelId="{C61B51D2-A310-4DCB-8BE4-D5EF8C9F143F}" type="pres">
      <dgm:prSet presAssocID="{91B2D001-8AD4-4C79-981D-C83CB770B254}" presName="childText" presStyleLbl="conFgAcc1" presStyleIdx="1" presStyleCnt="6">
        <dgm:presLayoutVars>
          <dgm:bulletEnabled val="1"/>
        </dgm:presLayoutVars>
      </dgm:prSet>
      <dgm:spPr/>
    </dgm:pt>
    <dgm:pt modelId="{30D11F40-0EA1-4D72-8771-5959AB219061}" type="pres">
      <dgm:prSet presAssocID="{CDC24160-1DF7-480B-9569-CE14FE3C388F}" presName="spaceBetweenRectangles" presStyleCnt="0"/>
      <dgm:spPr/>
    </dgm:pt>
    <dgm:pt modelId="{CA550B25-855A-4183-8F75-E11BA4DBC605}" type="pres">
      <dgm:prSet presAssocID="{FA00839A-C308-4BE5-AFA8-E184DDE41B13}" presName="parentLin" presStyleCnt="0"/>
      <dgm:spPr/>
    </dgm:pt>
    <dgm:pt modelId="{D59574FC-9E99-49F4-A3A2-775A132AC37B}" type="pres">
      <dgm:prSet presAssocID="{FA00839A-C308-4BE5-AFA8-E184DDE41B13}" presName="parentLeftMargin" presStyleLbl="node1" presStyleIdx="1" presStyleCnt="6"/>
      <dgm:spPr/>
    </dgm:pt>
    <dgm:pt modelId="{EF119E13-A178-4CAF-A9F4-0059D524CD44}" type="pres">
      <dgm:prSet presAssocID="{FA00839A-C308-4BE5-AFA8-E184DDE41B1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ACEDC27-7028-4E02-9B2B-9713CC5AD9D7}" type="pres">
      <dgm:prSet presAssocID="{FA00839A-C308-4BE5-AFA8-E184DDE41B13}" presName="negativeSpace" presStyleCnt="0"/>
      <dgm:spPr/>
    </dgm:pt>
    <dgm:pt modelId="{A925109A-5CC7-45A5-B80A-CB0BE403D519}" type="pres">
      <dgm:prSet presAssocID="{FA00839A-C308-4BE5-AFA8-E184DDE41B13}" presName="childText" presStyleLbl="conFgAcc1" presStyleIdx="2" presStyleCnt="6">
        <dgm:presLayoutVars>
          <dgm:bulletEnabled val="1"/>
        </dgm:presLayoutVars>
      </dgm:prSet>
      <dgm:spPr/>
    </dgm:pt>
    <dgm:pt modelId="{FC57C098-1D93-40EA-8397-EE4321BA1F33}" type="pres">
      <dgm:prSet presAssocID="{5698F44F-E242-4642-A35D-BCAAF1FA651E}" presName="spaceBetweenRectangles" presStyleCnt="0"/>
      <dgm:spPr/>
    </dgm:pt>
    <dgm:pt modelId="{90A6F738-59C6-43DE-A36F-71F124629F76}" type="pres">
      <dgm:prSet presAssocID="{51D859DF-CFFE-4B53-A310-8472AC1F7CB6}" presName="parentLin" presStyleCnt="0"/>
      <dgm:spPr/>
    </dgm:pt>
    <dgm:pt modelId="{E54340E2-5185-4FCE-AD7C-4AC14076B470}" type="pres">
      <dgm:prSet presAssocID="{51D859DF-CFFE-4B53-A310-8472AC1F7CB6}" presName="parentLeftMargin" presStyleLbl="node1" presStyleIdx="2" presStyleCnt="6"/>
      <dgm:spPr/>
    </dgm:pt>
    <dgm:pt modelId="{B7EAAD79-380F-4B49-BAE2-15E75780C710}" type="pres">
      <dgm:prSet presAssocID="{51D859DF-CFFE-4B53-A310-8472AC1F7CB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427BBB7-1D14-4903-A5D1-237EEA22527E}" type="pres">
      <dgm:prSet presAssocID="{51D859DF-CFFE-4B53-A310-8472AC1F7CB6}" presName="negativeSpace" presStyleCnt="0"/>
      <dgm:spPr/>
    </dgm:pt>
    <dgm:pt modelId="{F1F403C9-C6CA-493C-8A69-A8C30AAC02B5}" type="pres">
      <dgm:prSet presAssocID="{51D859DF-CFFE-4B53-A310-8472AC1F7CB6}" presName="childText" presStyleLbl="conFgAcc1" presStyleIdx="3" presStyleCnt="6">
        <dgm:presLayoutVars>
          <dgm:bulletEnabled val="1"/>
        </dgm:presLayoutVars>
      </dgm:prSet>
      <dgm:spPr/>
    </dgm:pt>
    <dgm:pt modelId="{64D99B2D-BE42-46D9-B802-27ADD0E3FC87}" type="pres">
      <dgm:prSet presAssocID="{03B870D7-7185-4CB4-AF95-86A22879EB97}" presName="spaceBetweenRectangles" presStyleCnt="0"/>
      <dgm:spPr/>
    </dgm:pt>
    <dgm:pt modelId="{1EE8EEF7-E607-433D-9ABA-055A3C6F58FC}" type="pres">
      <dgm:prSet presAssocID="{65B0FF47-0EC5-4E7C-867B-31800FD6661C}" presName="parentLin" presStyleCnt="0"/>
      <dgm:spPr/>
    </dgm:pt>
    <dgm:pt modelId="{5DF7022A-F4E7-4426-94C6-BA18AD29BFE8}" type="pres">
      <dgm:prSet presAssocID="{65B0FF47-0EC5-4E7C-867B-31800FD6661C}" presName="parentLeftMargin" presStyleLbl="node1" presStyleIdx="3" presStyleCnt="6"/>
      <dgm:spPr/>
    </dgm:pt>
    <dgm:pt modelId="{581FDA73-69ED-49CB-9CFB-05B857229B33}" type="pres">
      <dgm:prSet presAssocID="{65B0FF47-0EC5-4E7C-867B-31800FD6661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4E59AF8-ADFE-40E0-8CE8-37DACC811230}" type="pres">
      <dgm:prSet presAssocID="{65B0FF47-0EC5-4E7C-867B-31800FD6661C}" presName="negativeSpace" presStyleCnt="0"/>
      <dgm:spPr/>
    </dgm:pt>
    <dgm:pt modelId="{D6665E31-4223-4EB3-AAD4-A2B612EA4613}" type="pres">
      <dgm:prSet presAssocID="{65B0FF47-0EC5-4E7C-867B-31800FD6661C}" presName="childText" presStyleLbl="conFgAcc1" presStyleIdx="4" presStyleCnt="6">
        <dgm:presLayoutVars>
          <dgm:bulletEnabled val="1"/>
        </dgm:presLayoutVars>
      </dgm:prSet>
      <dgm:spPr/>
    </dgm:pt>
    <dgm:pt modelId="{7DBCFA64-7743-4DAB-8530-021C107E6FD3}" type="pres">
      <dgm:prSet presAssocID="{E9C78555-070A-4F00-98DD-70B7C1D1B36D}" presName="spaceBetweenRectangles" presStyleCnt="0"/>
      <dgm:spPr/>
    </dgm:pt>
    <dgm:pt modelId="{256A934D-3761-41AA-A2FE-A3A1B9705873}" type="pres">
      <dgm:prSet presAssocID="{E54E692A-D7AA-4572-AA90-A432840DB7A6}" presName="parentLin" presStyleCnt="0"/>
      <dgm:spPr/>
    </dgm:pt>
    <dgm:pt modelId="{EED7E9A0-3A61-4455-B606-0CA6930CAF88}" type="pres">
      <dgm:prSet presAssocID="{E54E692A-D7AA-4572-AA90-A432840DB7A6}" presName="parentLeftMargin" presStyleLbl="node1" presStyleIdx="4" presStyleCnt="6"/>
      <dgm:spPr/>
    </dgm:pt>
    <dgm:pt modelId="{8D72F0E7-390D-4B88-9A67-7E9ABF9CB245}" type="pres">
      <dgm:prSet presAssocID="{E54E692A-D7AA-4572-AA90-A432840DB7A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04FDB236-A428-458E-922C-BF108D4DEF05}" type="pres">
      <dgm:prSet presAssocID="{E54E692A-D7AA-4572-AA90-A432840DB7A6}" presName="negativeSpace" presStyleCnt="0"/>
      <dgm:spPr/>
    </dgm:pt>
    <dgm:pt modelId="{605BFE13-0D55-4CB4-9234-48E4DEF0DAB4}" type="pres">
      <dgm:prSet presAssocID="{E54E692A-D7AA-4572-AA90-A432840DB7A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EB71008-F52C-4973-ADE6-456A6AE30FE8}" type="presOf" srcId="{1E610DDD-BB93-4A72-92A9-3795BE7B78E5}" destId="{3512856B-D21B-480A-868D-E8A7FD082B51}" srcOrd="1" destOrd="0" presId="urn:microsoft.com/office/officeart/2005/8/layout/list1"/>
    <dgm:cxn modelId="{E1160215-DFB3-4682-BA97-FAC9FF98127C}" type="presOf" srcId="{51D859DF-CFFE-4B53-A310-8472AC1F7CB6}" destId="{E54340E2-5185-4FCE-AD7C-4AC14076B470}" srcOrd="0" destOrd="0" presId="urn:microsoft.com/office/officeart/2005/8/layout/list1"/>
    <dgm:cxn modelId="{CBE1EB2B-0CBE-4F45-8571-61D444BC2140}" type="presOf" srcId="{1E610DDD-BB93-4A72-92A9-3795BE7B78E5}" destId="{7D549EAF-CD9A-4FAC-8E2C-E21369ADDEA5}" srcOrd="0" destOrd="0" presId="urn:microsoft.com/office/officeart/2005/8/layout/list1"/>
    <dgm:cxn modelId="{61528A6A-A741-41E4-9754-922D6AF6EDF1}" type="presOf" srcId="{65B0FF47-0EC5-4E7C-867B-31800FD6661C}" destId="{581FDA73-69ED-49CB-9CFB-05B857229B33}" srcOrd="1" destOrd="0" presId="urn:microsoft.com/office/officeart/2005/8/layout/list1"/>
    <dgm:cxn modelId="{1E9AAB71-C0CD-4E7D-969C-41325AC0FA00}" type="presOf" srcId="{E54E692A-D7AA-4572-AA90-A432840DB7A6}" destId="{EED7E9A0-3A61-4455-B606-0CA6930CAF88}" srcOrd="0" destOrd="0" presId="urn:microsoft.com/office/officeart/2005/8/layout/list1"/>
    <dgm:cxn modelId="{4943C472-4538-42D1-BB3A-0E8DE3C86E64}" type="presOf" srcId="{FA00839A-C308-4BE5-AFA8-E184DDE41B13}" destId="{EF119E13-A178-4CAF-A9F4-0059D524CD44}" srcOrd="1" destOrd="0" presId="urn:microsoft.com/office/officeart/2005/8/layout/list1"/>
    <dgm:cxn modelId="{A31CD453-14ED-4686-B861-764E75C94F63}" srcId="{38298712-2332-42AB-ADB4-A66B8527418A}" destId="{FA00839A-C308-4BE5-AFA8-E184DDE41B13}" srcOrd="2" destOrd="0" parTransId="{6AF400BB-2338-4D1F-BA4E-77148F51976A}" sibTransId="{5698F44F-E242-4642-A35D-BCAAF1FA651E}"/>
    <dgm:cxn modelId="{1F1FF174-BE3A-412B-A2C0-50140DC45895}" type="presOf" srcId="{65B0FF47-0EC5-4E7C-867B-31800FD6661C}" destId="{5DF7022A-F4E7-4426-94C6-BA18AD29BFE8}" srcOrd="0" destOrd="0" presId="urn:microsoft.com/office/officeart/2005/8/layout/list1"/>
    <dgm:cxn modelId="{A4CB007C-D3E1-4EB7-B3EA-5738CEC925E5}" type="presOf" srcId="{E54E692A-D7AA-4572-AA90-A432840DB7A6}" destId="{8D72F0E7-390D-4B88-9A67-7E9ABF9CB245}" srcOrd="1" destOrd="0" presId="urn:microsoft.com/office/officeart/2005/8/layout/list1"/>
    <dgm:cxn modelId="{E126B381-E09B-4E2B-BFC3-FCE0E537A987}" type="presOf" srcId="{91B2D001-8AD4-4C79-981D-C83CB770B254}" destId="{FD15B280-5832-4380-9A7A-D9356DBE8EE9}" srcOrd="0" destOrd="0" presId="urn:microsoft.com/office/officeart/2005/8/layout/list1"/>
    <dgm:cxn modelId="{E0B58089-6D08-4B6E-A565-286DEAFAD1F5}" srcId="{38298712-2332-42AB-ADB4-A66B8527418A}" destId="{51D859DF-CFFE-4B53-A310-8472AC1F7CB6}" srcOrd="3" destOrd="0" parTransId="{F80BC871-0751-489E-8A50-BF4B3A156EF5}" sibTransId="{03B870D7-7185-4CB4-AF95-86A22879EB97}"/>
    <dgm:cxn modelId="{070AB78A-CC60-4D5D-827C-27FE1C7B21CB}" type="presOf" srcId="{FA00839A-C308-4BE5-AFA8-E184DDE41B13}" destId="{D59574FC-9E99-49F4-A3A2-775A132AC37B}" srcOrd="0" destOrd="0" presId="urn:microsoft.com/office/officeart/2005/8/layout/list1"/>
    <dgm:cxn modelId="{45E70B9B-8867-45CA-B754-282A776DB34F}" srcId="{38298712-2332-42AB-ADB4-A66B8527418A}" destId="{91B2D001-8AD4-4C79-981D-C83CB770B254}" srcOrd="1" destOrd="0" parTransId="{4D3EF0A9-99C8-4EF2-9AC1-9002107E5D7F}" sibTransId="{CDC24160-1DF7-480B-9569-CE14FE3C388F}"/>
    <dgm:cxn modelId="{FD3468B8-3251-42F1-BA47-B148F0F4C40A}" type="presOf" srcId="{38298712-2332-42AB-ADB4-A66B8527418A}" destId="{8928D865-2C7E-4075-94ED-BE657BFFB3EA}" srcOrd="0" destOrd="0" presId="urn:microsoft.com/office/officeart/2005/8/layout/list1"/>
    <dgm:cxn modelId="{52F9D3C9-4E67-44EB-87E5-512AC65F3697}" srcId="{38298712-2332-42AB-ADB4-A66B8527418A}" destId="{65B0FF47-0EC5-4E7C-867B-31800FD6661C}" srcOrd="4" destOrd="0" parTransId="{CD814C72-4225-4C23-88B9-58DD99C8E0A4}" sibTransId="{E9C78555-070A-4F00-98DD-70B7C1D1B36D}"/>
    <dgm:cxn modelId="{4D1AB0E3-4DDD-468D-88EB-EFABFEF02A00}" type="presOf" srcId="{91B2D001-8AD4-4C79-981D-C83CB770B254}" destId="{AF27DE45-5406-4AA0-9381-7218E30A42E9}" srcOrd="1" destOrd="0" presId="urn:microsoft.com/office/officeart/2005/8/layout/list1"/>
    <dgm:cxn modelId="{B06B3BEB-16FE-4B68-94EC-9AAC574B03AE}" type="presOf" srcId="{51D859DF-CFFE-4B53-A310-8472AC1F7CB6}" destId="{B7EAAD79-380F-4B49-BAE2-15E75780C710}" srcOrd="1" destOrd="0" presId="urn:microsoft.com/office/officeart/2005/8/layout/list1"/>
    <dgm:cxn modelId="{BF7962F7-2E62-42F6-8DA6-86CB97DF4440}" srcId="{38298712-2332-42AB-ADB4-A66B8527418A}" destId="{E54E692A-D7AA-4572-AA90-A432840DB7A6}" srcOrd="5" destOrd="0" parTransId="{77F4F223-291C-4297-A2D9-299FEAADB43A}" sibTransId="{D7417454-57E5-4556-AD48-1538B37DF24C}"/>
    <dgm:cxn modelId="{824CB8FC-C906-41DB-B1B0-0E6CF4DFD648}" srcId="{38298712-2332-42AB-ADB4-A66B8527418A}" destId="{1E610DDD-BB93-4A72-92A9-3795BE7B78E5}" srcOrd="0" destOrd="0" parTransId="{3308F5CE-7055-4671-91C2-A710E1A33E19}" sibTransId="{C72FD808-3CCF-4E47-9046-BD4BF8F74AA3}"/>
    <dgm:cxn modelId="{91B5FE45-1883-41A9-B30D-7C46A2B616C1}" type="presParOf" srcId="{8928D865-2C7E-4075-94ED-BE657BFFB3EA}" destId="{5A36F983-2E90-425D-938E-8D15BCF4887D}" srcOrd="0" destOrd="0" presId="urn:microsoft.com/office/officeart/2005/8/layout/list1"/>
    <dgm:cxn modelId="{EBCD0738-4F0F-4A8C-B636-012F885E4A8E}" type="presParOf" srcId="{5A36F983-2E90-425D-938E-8D15BCF4887D}" destId="{7D549EAF-CD9A-4FAC-8E2C-E21369ADDEA5}" srcOrd="0" destOrd="0" presId="urn:microsoft.com/office/officeart/2005/8/layout/list1"/>
    <dgm:cxn modelId="{E40947C2-1CCE-4216-8A22-1401605F8DB7}" type="presParOf" srcId="{5A36F983-2E90-425D-938E-8D15BCF4887D}" destId="{3512856B-D21B-480A-868D-E8A7FD082B51}" srcOrd="1" destOrd="0" presId="urn:microsoft.com/office/officeart/2005/8/layout/list1"/>
    <dgm:cxn modelId="{821D8B25-DCCA-4CF9-A26D-C4031651AF69}" type="presParOf" srcId="{8928D865-2C7E-4075-94ED-BE657BFFB3EA}" destId="{D98D75F6-EA3C-4B33-8856-AFAFA99C1B16}" srcOrd="1" destOrd="0" presId="urn:microsoft.com/office/officeart/2005/8/layout/list1"/>
    <dgm:cxn modelId="{835A39A3-88F3-4C2D-AC70-C5D0173D3639}" type="presParOf" srcId="{8928D865-2C7E-4075-94ED-BE657BFFB3EA}" destId="{E2263829-FD8E-4D15-B607-4B3F2FC69DC8}" srcOrd="2" destOrd="0" presId="urn:microsoft.com/office/officeart/2005/8/layout/list1"/>
    <dgm:cxn modelId="{87F6F381-A7CD-40AC-986B-A384FAA42C1E}" type="presParOf" srcId="{8928D865-2C7E-4075-94ED-BE657BFFB3EA}" destId="{E5F7696A-444E-44A9-82EB-9FC60A956A1F}" srcOrd="3" destOrd="0" presId="urn:microsoft.com/office/officeart/2005/8/layout/list1"/>
    <dgm:cxn modelId="{6B7AAF4A-1827-4206-87E9-F060D7EA3B1A}" type="presParOf" srcId="{8928D865-2C7E-4075-94ED-BE657BFFB3EA}" destId="{B5286DAA-EFCB-44AB-BBB8-8CA2E5CEF2B5}" srcOrd="4" destOrd="0" presId="urn:microsoft.com/office/officeart/2005/8/layout/list1"/>
    <dgm:cxn modelId="{3187F3F6-BFCA-472D-B267-B0C28C28067D}" type="presParOf" srcId="{B5286DAA-EFCB-44AB-BBB8-8CA2E5CEF2B5}" destId="{FD15B280-5832-4380-9A7A-D9356DBE8EE9}" srcOrd="0" destOrd="0" presId="urn:microsoft.com/office/officeart/2005/8/layout/list1"/>
    <dgm:cxn modelId="{CD57450C-36C3-4F9B-BBA7-833E914C55F4}" type="presParOf" srcId="{B5286DAA-EFCB-44AB-BBB8-8CA2E5CEF2B5}" destId="{AF27DE45-5406-4AA0-9381-7218E30A42E9}" srcOrd="1" destOrd="0" presId="urn:microsoft.com/office/officeart/2005/8/layout/list1"/>
    <dgm:cxn modelId="{B8642E5B-6C40-493B-9151-C33FBBD138AC}" type="presParOf" srcId="{8928D865-2C7E-4075-94ED-BE657BFFB3EA}" destId="{0929FBFB-0FA0-4BAD-9D26-7A4EF2CE1188}" srcOrd="5" destOrd="0" presId="urn:microsoft.com/office/officeart/2005/8/layout/list1"/>
    <dgm:cxn modelId="{823DCAB4-5A9E-4B20-A278-C3E071ECD6BD}" type="presParOf" srcId="{8928D865-2C7E-4075-94ED-BE657BFFB3EA}" destId="{C61B51D2-A310-4DCB-8BE4-D5EF8C9F143F}" srcOrd="6" destOrd="0" presId="urn:microsoft.com/office/officeart/2005/8/layout/list1"/>
    <dgm:cxn modelId="{0D739D1A-7DB4-48AE-9E3F-1798BC45ADC7}" type="presParOf" srcId="{8928D865-2C7E-4075-94ED-BE657BFFB3EA}" destId="{30D11F40-0EA1-4D72-8771-5959AB219061}" srcOrd="7" destOrd="0" presId="urn:microsoft.com/office/officeart/2005/8/layout/list1"/>
    <dgm:cxn modelId="{3488575F-1DE1-405D-B35E-0644136C9425}" type="presParOf" srcId="{8928D865-2C7E-4075-94ED-BE657BFFB3EA}" destId="{CA550B25-855A-4183-8F75-E11BA4DBC605}" srcOrd="8" destOrd="0" presId="urn:microsoft.com/office/officeart/2005/8/layout/list1"/>
    <dgm:cxn modelId="{642D9B30-CF81-4DFD-AC25-CEB392F525CD}" type="presParOf" srcId="{CA550B25-855A-4183-8F75-E11BA4DBC605}" destId="{D59574FC-9E99-49F4-A3A2-775A132AC37B}" srcOrd="0" destOrd="0" presId="urn:microsoft.com/office/officeart/2005/8/layout/list1"/>
    <dgm:cxn modelId="{1FB30438-87DA-43E3-AA7F-B3838ACFA0D3}" type="presParOf" srcId="{CA550B25-855A-4183-8F75-E11BA4DBC605}" destId="{EF119E13-A178-4CAF-A9F4-0059D524CD44}" srcOrd="1" destOrd="0" presId="urn:microsoft.com/office/officeart/2005/8/layout/list1"/>
    <dgm:cxn modelId="{C8B78133-1AF4-4F13-A7E4-A28804868606}" type="presParOf" srcId="{8928D865-2C7E-4075-94ED-BE657BFFB3EA}" destId="{DACEDC27-7028-4E02-9B2B-9713CC5AD9D7}" srcOrd="9" destOrd="0" presId="urn:microsoft.com/office/officeart/2005/8/layout/list1"/>
    <dgm:cxn modelId="{560726F6-0F79-41E5-8B3E-3ABA08B9358E}" type="presParOf" srcId="{8928D865-2C7E-4075-94ED-BE657BFFB3EA}" destId="{A925109A-5CC7-45A5-B80A-CB0BE403D519}" srcOrd="10" destOrd="0" presId="urn:microsoft.com/office/officeart/2005/8/layout/list1"/>
    <dgm:cxn modelId="{C86ECAC5-2EF0-4DDE-8848-F5012D5319DD}" type="presParOf" srcId="{8928D865-2C7E-4075-94ED-BE657BFFB3EA}" destId="{FC57C098-1D93-40EA-8397-EE4321BA1F33}" srcOrd="11" destOrd="0" presId="urn:microsoft.com/office/officeart/2005/8/layout/list1"/>
    <dgm:cxn modelId="{4772FC5C-89BF-4986-AE23-4B7386E9B74C}" type="presParOf" srcId="{8928D865-2C7E-4075-94ED-BE657BFFB3EA}" destId="{90A6F738-59C6-43DE-A36F-71F124629F76}" srcOrd="12" destOrd="0" presId="urn:microsoft.com/office/officeart/2005/8/layout/list1"/>
    <dgm:cxn modelId="{9C5C97C9-7A7F-4DE5-B4C4-7C720FC73D28}" type="presParOf" srcId="{90A6F738-59C6-43DE-A36F-71F124629F76}" destId="{E54340E2-5185-4FCE-AD7C-4AC14076B470}" srcOrd="0" destOrd="0" presId="urn:microsoft.com/office/officeart/2005/8/layout/list1"/>
    <dgm:cxn modelId="{4D8EE25D-CC51-4E57-B11F-731A4F092E4F}" type="presParOf" srcId="{90A6F738-59C6-43DE-A36F-71F124629F76}" destId="{B7EAAD79-380F-4B49-BAE2-15E75780C710}" srcOrd="1" destOrd="0" presId="urn:microsoft.com/office/officeart/2005/8/layout/list1"/>
    <dgm:cxn modelId="{131CD1A8-C26F-46BB-9206-ADBDAAD46E18}" type="presParOf" srcId="{8928D865-2C7E-4075-94ED-BE657BFFB3EA}" destId="{B427BBB7-1D14-4903-A5D1-237EEA22527E}" srcOrd="13" destOrd="0" presId="urn:microsoft.com/office/officeart/2005/8/layout/list1"/>
    <dgm:cxn modelId="{3ACDFFC1-EB94-4B0B-A4D3-D906ABBB0413}" type="presParOf" srcId="{8928D865-2C7E-4075-94ED-BE657BFFB3EA}" destId="{F1F403C9-C6CA-493C-8A69-A8C30AAC02B5}" srcOrd="14" destOrd="0" presId="urn:microsoft.com/office/officeart/2005/8/layout/list1"/>
    <dgm:cxn modelId="{523060C4-2152-452E-AC4E-E85CCE93306D}" type="presParOf" srcId="{8928D865-2C7E-4075-94ED-BE657BFFB3EA}" destId="{64D99B2D-BE42-46D9-B802-27ADD0E3FC87}" srcOrd="15" destOrd="0" presId="urn:microsoft.com/office/officeart/2005/8/layout/list1"/>
    <dgm:cxn modelId="{3071B731-8FCD-4BD1-9550-6559F7E4E5E7}" type="presParOf" srcId="{8928D865-2C7E-4075-94ED-BE657BFFB3EA}" destId="{1EE8EEF7-E607-433D-9ABA-055A3C6F58FC}" srcOrd="16" destOrd="0" presId="urn:microsoft.com/office/officeart/2005/8/layout/list1"/>
    <dgm:cxn modelId="{A17D644A-869E-4848-9A63-CFF8AC8D1EA3}" type="presParOf" srcId="{1EE8EEF7-E607-433D-9ABA-055A3C6F58FC}" destId="{5DF7022A-F4E7-4426-94C6-BA18AD29BFE8}" srcOrd="0" destOrd="0" presId="urn:microsoft.com/office/officeart/2005/8/layout/list1"/>
    <dgm:cxn modelId="{C616F5FA-A387-4943-B041-B984EED67204}" type="presParOf" srcId="{1EE8EEF7-E607-433D-9ABA-055A3C6F58FC}" destId="{581FDA73-69ED-49CB-9CFB-05B857229B33}" srcOrd="1" destOrd="0" presId="urn:microsoft.com/office/officeart/2005/8/layout/list1"/>
    <dgm:cxn modelId="{DD902940-68AE-4E6F-9555-5D7228B60278}" type="presParOf" srcId="{8928D865-2C7E-4075-94ED-BE657BFFB3EA}" destId="{64E59AF8-ADFE-40E0-8CE8-37DACC811230}" srcOrd="17" destOrd="0" presId="urn:microsoft.com/office/officeart/2005/8/layout/list1"/>
    <dgm:cxn modelId="{6A185C34-D81A-4190-9401-8133EF96B852}" type="presParOf" srcId="{8928D865-2C7E-4075-94ED-BE657BFFB3EA}" destId="{D6665E31-4223-4EB3-AAD4-A2B612EA4613}" srcOrd="18" destOrd="0" presId="urn:microsoft.com/office/officeart/2005/8/layout/list1"/>
    <dgm:cxn modelId="{C6842ECF-B830-4F9A-916D-0108017212B5}" type="presParOf" srcId="{8928D865-2C7E-4075-94ED-BE657BFFB3EA}" destId="{7DBCFA64-7743-4DAB-8530-021C107E6FD3}" srcOrd="19" destOrd="0" presId="urn:microsoft.com/office/officeart/2005/8/layout/list1"/>
    <dgm:cxn modelId="{5A4AF53E-2F6B-41E4-A281-FC1AB255E366}" type="presParOf" srcId="{8928D865-2C7E-4075-94ED-BE657BFFB3EA}" destId="{256A934D-3761-41AA-A2FE-A3A1B9705873}" srcOrd="20" destOrd="0" presId="urn:microsoft.com/office/officeart/2005/8/layout/list1"/>
    <dgm:cxn modelId="{D5E8B794-7584-4549-A9FC-97DB845518E5}" type="presParOf" srcId="{256A934D-3761-41AA-A2FE-A3A1B9705873}" destId="{EED7E9A0-3A61-4455-B606-0CA6930CAF88}" srcOrd="0" destOrd="0" presId="urn:microsoft.com/office/officeart/2005/8/layout/list1"/>
    <dgm:cxn modelId="{00C725C9-3AAD-4907-927F-DD432C57867A}" type="presParOf" srcId="{256A934D-3761-41AA-A2FE-A3A1B9705873}" destId="{8D72F0E7-390D-4B88-9A67-7E9ABF9CB245}" srcOrd="1" destOrd="0" presId="urn:microsoft.com/office/officeart/2005/8/layout/list1"/>
    <dgm:cxn modelId="{28B924F4-4625-41B8-9DA5-D802BD052E1B}" type="presParOf" srcId="{8928D865-2C7E-4075-94ED-BE657BFFB3EA}" destId="{04FDB236-A428-458E-922C-BF108D4DEF05}" srcOrd="21" destOrd="0" presId="urn:microsoft.com/office/officeart/2005/8/layout/list1"/>
    <dgm:cxn modelId="{40536D34-5B87-4A01-BB60-D8D2C8500A7B}" type="presParOf" srcId="{8928D865-2C7E-4075-94ED-BE657BFFB3EA}" destId="{605BFE13-0D55-4CB4-9234-48E4DEF0DAB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972274-787D-4ED9-B8EE-BE4572B93F6F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CCFD070-BC39-4DF9-B57E-AAB0E85FE7B6}">
      <dgm:prSet/>
      <dgm:spPr/>
      <dgm:t>
        <a:bodyPr/>
        <a:lstStyle/>
        <a:p>
          <a:r>
            <a:rPr lang="en-US"/>
            <a:t>We offer a unique ensemble model that we proposed to improve the detection of online phishing attempts.</a:t>
          </a:r>
        </a:p>
      </dgm:t>
    </dgm:pt>
    <dgm:pt modelId="{2CCB2FD3-FF2A-4F10-BC03-A19A86238A85}" type="parTrans" cxnId="{9556FD83-5BE0-4317-821B-603ADD3D8BB1}">
      <dgm:prSet/>
      <dgm:spPr/>
      <dgm:t>
        <a:bodyPr/>
        <a:lstStyle/>
        <a:p>
          <a:endParaRPr lang="en-US"/>
        </a:p>
      </dgm:t>
    </dgm:pt>
    <dgm:pt modelId="{87A9A779-F4BF-4ADC-BD77-5D6733A9A622}" type="sibTrans" cxnId="{9556FD83-5BE0-4317-821B-603ADD3D8BB1}">
      <dgm:prSet/>
      <dgm:spPr/>
      <dgm:t>
        <a:bodyPr/>
        <a:lstStyle/>
        <a:p>
          <a:endParaRPr lang="en-US"/>
        </a:p>
      </dgm:t>
    </dgm:pt>
    <dgm:pt modelId="{6F006197-A060-4874-8CC9-C0E00048D507}">
      <dgm:prSet/>
      <dgm:spPr/>
      <dgm:t>
        <a:bodyPr/>
        <a:lstStyle/>
        <a:p>
          <a:r>
            <a:rPr lang="en-US"/>
            <a:t>The models are developed using a phishing website dataset with 30 characteristics.</a:t>
          </a:r>
        </a:p>
      </dgm:t>
    </dgm:pt>
    <dgm:pt modelId="{BF84EFA5-257A-4D38-94FE-1940A0EAFE58}" type="parTrans" cxnId="{85363B7C-F556-4D76-B640-6ADFFE77D5C8}">
      <dgm:prSet/>
      <dgm:spPr/>
      <dgm:t>
        <a:bodyPr/>
        <a:lstStyle/>
        <a:p>
          <a:endParaRPr lang="en-US"/>
        </a:p>
      </dgm:t>
    </dgm:pt>
    <dgm:pt modelId="{23F51BBA-3076-4750-AC74-CC213A758756}" type="sibTrans" cxnId="{85363B7C-F556-4D76-B640-6ADFFE77D5C8}">
      <dgm:prSet/>
      <dgm:spPr/>
      <dgm:t>
        <a:bodyPr/>
        <a:lstStyle/>
        <a:p>
          <a:endParaRPr lang="en-US"/>
        </a:p>
      </dgm:t>
    </dgm:pt>
    <dgm:pt modelId="{9134C907-6C3F-4151-9B17-FD247C06C7AE}">
      <dgm:prSet/>
      <dgm:spPr/>
      <dgm:t>
        <a:bodyPr/>
        <a:lstStyle/>
        <a:p>
          <a:r>
            <a:rPr lang="en-US"/>
            <a:t>Data collection, pre-processing, and ensemble modelling are the three primary processes in the proposed model.</a:t>
          </a:r>
        </a:p>
      </dgm:t>
    </dgm:pt>
    <dgm:pt modelId="{F8489D6D-3C66-4F6F-9DA7-8822103DC2C7}" type="parTrans" cxnId="{5C30D760-3D5C-4CC4-B968-03ADB4982D73}">
      <dgm:prSet/>
      <dgm:spPr/>
      <dgm:t>
        <a:bodyPr/>
        <a:lstStyle/>
        <a:p>
          <a:endParaRPr lang="en-US"/>
        </a:p>
      </dgm:t>
    </dgm:pt>
    <dgm:pt modelId="{5E1FEC40-4888-4D71-9B7F-D9A048F2C6CD}" type="sibTrans" cxnId="{5C30D760-3D5C-4CC4-B968-03ADB4982D73}">
      <dgm:prSet/>
      <dgm:spPr/>
      <dgm:t>
        <a:bodyPr/>
        <a:lstStyle/>
        <a:p>
          <a:endParaRPr lang="en-US"/>
        </a:p>
      </dgm:t>
    </dgm:pt>
    <dgm:pt modelId="{658EE350-C1C6-429F-8578-AFC20AAE186F}" type="pres">
      <dgm:prSet presAssocID="{5C972274-787D-4ED9-B8EE-BE4572B93F6F}" presName="Name0" presStyleCnt="0">
        <dgm:presLayoutVars>
          <dgm:dir/>
          <dgm:animLvl val="lvl"/>
          <dgm:resizeHandles val="exact"/>
        </dgm:presLayoutVars>
      </dgm:prSet>
      <dgm:spPr/>
    </dgm:pt>
    <dgm:pt modelId="{7E11D7A7-E762-4D37-91F6-7BAB35650F6D}" type="pres">
      <dgm:prSet presAssocID="{9134C907-6C3F-4151-9B17-FD247C06C7AE}" presName="boxAndChildren" presStyleCnt="0"/>
      <dgm:spPr/>
    </dgm:pt>
    <dgm:pt modelId="{3DD7A812-8C71-467C-8516-6467CD10C0CF}" type="pres">
      <dgm:prSet presAssocID="{9134C907-6C3F-4151-9B17-FD247C06C7AE}" presName="parentTextBox" presStyleLbl="node1" presStyleIdx="0" presStyleCnt="3"/>
      <dgm:spPr/>
    </dgm:pt>
    <dgm:pt modelId="{16AD0E20-D52A-4CCE-A417-E774D9583F40}" type="pres">
      <dgm:prSet presAssocID="{23F51BBA-3076-4750-AC74-CC213A758756}" presName="sp" presStyleCnt="0"/>
      <dgm:spPr/>
    </dgm:pt>
    <dgm:pt modelId="{9276A57C-5B4A-4135-A2B1-953F42F143C0}" type="pres">
      <dgm:prSet presAssocID="{6F006197-A060-4874-8CC9-C0E00048D507}" presName="arrowAndChildren" presStyleCnt="0"/>
      <dgm:spPr/>
    </dgm:pt>
    <dgm:pt modelId="{19F3110F-309A-44C6-A845-7970FADA45F7}" type="pres">
      <dgm:prSet presAssocID="{6F006197-A060-4874-8CC9-C0E00048D507}" presName="parentTextArrow" presStyleLbl="node1" presStyleIdx="1" presStyleCnt="3"/>
      <dgm:spPr/>
    </dgm:pt>
    <dgm:pt modelId="{F70C0C6C-8380-4D50-B911-4424F95AD437}" type="pres">
      <dgm:prSet presAssocID="{87A9A779-F4BF-4ADC-BD77-5D6733A9A622}" presName="sp" presStyleCnt="0"/>
      <dgm:spPr/>
    </dgm:pt>
    <dgm:pt modelId="{8A28C8D6-A0AC-4EDA-96E0-8DF88018BFB2}" type="pres">
      <dgm:prSet presAssocID="{6CCFD070-BC39-4DF9-B57E-AAB0E85FE7B6}" presName="arrowAndChildren" presStyleCnt="0"/>
      <dgm:spPr/>
    </dgm:pt>
    <dgm:pt modelId="{A79626FB-D830-4119-A9FD-15B87D9E68C5}" type="pres">
      <dgm:prSet presAssocID="{6CCFD070-BC39-4DF9-B57E-AAB0E85FE7B6}" presName="parentTextArrow" presStyleLbl="node1" presStyleIdx="2" presStyleCnt="3"/>
      <dgm:spPr/>
    </dgm:pt>
  </dgm:ptLst>
  <dgm:cxnLst>
    <dgm:cxn modelId="{5C30D760-3D5C-4CC4-B968-03ADB4982D73}" srcId="{5C972274-787D-4ED9-B8EE-BE4572B93F6F}" destId="{9134C907-6C3F-4151-9B17-FD247C06C7AE}" srcOrd="2" destOrd="0" parTransId="{F8489D6D-3C66-4F6F-9DA7-8822103DC2C7}" sibTransId="{5E1FEC40-4888-4D71-9B7F-D9A048F2C6CD}"/>
    <dgm:cxn modelId="{16C82845-94FB-48AF-8BC0-F503FEB8F253}" type="presOf" srcId="{6CCFD070-BC39-4DF9-B57E-AAB0E85FE7B6}" destId="{A79626FB-D830-4119-A9FD-15B87D9E68C5}" srcOrd="0" destOrd="0" presId="urn:microsoft.com/office/officeart/2005/8/layout/process4"/>
    <dgm:cxn modelId="{85363B7C-F556-4D76-B640-6ADFFE77D5C8}" srcId="{5C972274-787D-4ED9-B8EE-BE4572B93F6F}" destId="{6F006197-A060-4874-8CC9-C0E00048D507}" srcOrd="1" destOrd="0" parTransId="{BF84EFA5-257A-4D38-94FE-1940A0EAFE58}" sibTransId="{23F51BBA-3076-4750-AC74-CC213A758756}"/>
    <dgm:cxn modelId="{9556FD83-5BE0-4317-821B-603ADD3D8BB1}" srcId="{5C972274-787D-4ED9-B8EE-BE4572B93F6F}" destId="{6CCFD070-BC39-4DF9-B57E-AAB0E85FE7B6}" srcOrd="0" destOrd="0" parTransId="{2CCB2FD3-FF2A-4F10-BC03-A19A86238A85}" sibTransId="{87A9A779-F4BF-4ADC-BD77-5D6733A9A622}"/>
    <dgm:cxn modelId="{50AF0CA6-E851-406A-B5AC-E068E8D64E89}" type="presOf" srcId="{6F006197-A060-4874-8CC9-C0E00048D507}" destId="{19F3110F-309A-44C6-A845-7970FADA45F7}" srcOrd="0" destOrd="0" presId="urn:microsoft.com/office/officeart/2005/8/layout/process4"/>
    <dgm:cxn modelId="{B5D940BA-1D97-4C17-B19B-D13D870354BA}" type="presOf" srcId="{9134C907-6C3F-4151-9B17-FD247C06C7AE}" destId="{3DD7A812-8C71-467C-8516-6467CD10C0CF}" srcOrd="0" destOrd="0" presId="urn:microsoft.com/office/officeart/2005/8/layout/process4"/>
    <dgm:cxn modelId="{800E36FB-9019-49E2-97E1-8A1C9F7D2B11}" type="presOf" srcId="{5C972274-787D-4ED9-B8EE-BE4572B93F6F}" destId="{658EE350-C1C6-429F-8578-AFC20AAE186F}" srcOrd="0" destOrd="0" presId="urn:microsoft.com/office/officeart/2005/8/layout/process4"/>
    <dgm:cxn modelId="{EA803437-38E6-46FF-A699-C829A2CD55CB}" type="presParOf" srcId="{658EE350-C1C6-429F-8578-AFC20AAE186F}" destId="{7E11D7A7-E762-4D37-91F6-7BAB35650F6D}" srcOrd="0" destOrd="0" presId="urn:microsoft.com/office/officeart/2005/8/layout/process4"/>
    <dgm:cxn modelId="{601C71EA-4579-446A-AE5A-D0CDD1B33931}" type="presParOf" srcId="{7E11D7A7-E762-4D37-91F6-7BAB35650F6D}" destId="{3DD7A812-8C71-467C-8516-6467CD10C0CF}" srcOrd="0" destOrd="0" presId="urn:microsoft.com/office/officeart/2005/8/layout/process4"/>
    <dgm:cxn modelId="{E27C659A-6233-48B2-8D66-6934DB41F841}" type="presParOf" srcId="{658EE350-C1C6-429F-8578-AFC20AAE186F}" destId="{16AD0E20-D52A-4CCE-A417-E774D9583F40}" srcOrd="1" destOrd="0" presId="urn:microsoft.com/office/officeart/2005/8/layout/process4"/>
    <dgm:cxn modelId="{BDE5A4DE-E63E-4AF6-8EAA-670CA13E2390}" type="presParOf" srcId="{658EE350-C1C6-429F-8578-AFC20AAE186F}" destId="{9276A57C-5B4A-4135-A2B1-953F42F143C0}" srcOrd="2" destOrd="0" presId="urn:microsoft.com/office/officeart/2005/8/layout/process4"/>
    <dgm:cxn modelId="{982815E0-269B-4DDC-873C-B10CFEBEC51F}" type="presParOf" srcId="{9276A57C-5B4A-4135-A2B1-953F42F143C0}" destId="{19F3110F-309A-44C6-A845-7970FADA45F7}" srcOrd="0" destOrd="0" presId="urn:microsoft.com/office/officeart/2005/8/layout/process4"/>
    <dgm:cxn modelId="{C48B7C43-67A4-4757-95BB-2C073EABE849}" type="presParOf" srcId="{658EE350-C1C6-429F-8578-AFC20AAE186F}" destId="{F70C0C6C-8380-4D50-B911-4424F95AD437}" srcOrd="3" destOrd="0" presId="urn:microsoft.com/office/officeart/2005/8/layout/process4"/>
    <dgm:cxn modelId="{7C7D3F52-7A8F-4827-9416-06A8A44E4A4C}" type="presParOf" srcId="{658EE350-C1C6-429F-8578-AFC20AAE186F}" destId="{8A28C8D6-A0AC-4EDA-96E0-8DF88018BFB2}" srcOrd="4" destOrd="0" presId="urn:microsoft.com/office/officeart/2005/8/layout/process4"/>
    <dgm:cxn modelId="{14148294-1465-4443-90AF-8F3C8F7D8C72}" type="presParOf" srcId="{8A28C8D6-A0AC-4EDA-96E0-8DF88018BFB2}" destId="{A79626FB-D830-4119-A9FD-15B87D9E68C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A26AFD-0684-4C30-82E0-6A207D7FF15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8297452-CB67-4EF2-BD13-5B1664566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all the ensemble model used in this experiment RFC and SVM gives the highest Accuracy as 0.962. </a:t>
          </a:r>
        </a:p>
      </dgm:t>
    </dgm:pt>
    <dgm:pt modelId="{9C9DBCD9-2BA5-4372-89DE-8E873565050B}" type="parTrans" cxnId="{96F76192-957D-48EC-8B23-3CAB80A998DD}">
      <dgm:prSet/>
      <dgm:spPr/>
      <dgm:t>
        <a:bodyPr/>
        <a:lstStyle/>
        <a:p>
          <a:endParaRPr lang="en-US"/>
        </a:p>
      </dgm:t>
    </dgm:pt>
    <dgm:pt modelId="{033FF293-C1BA-41F6-93BD-54882535A755}" type="sibTrans" cxnId="{96F76192-957D-48EC-8B23-3CAB80A998DD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D1F50418-B2CC-4C5B-950D-2A2A518739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experimental results demonstrate that through the ensemble model, a phishing attack can be detected with better accuracy and the proposed model is robust and scalable with no processing. </a:t>
          </a:r>
        </a:p>
      </dgm:t>
    </dgm:pt>
    <dgm:pt modelId="{7C91A489-CD73-4870-A28C-E4F1D5262616}" type="parTrans" cxnId="{527C1780-74E8-4A26-8198-EDF539FCEA2C}">
      <dgm:prSet/>
      <dgm:spPr/>
      <dgm:t>
        <a:bodyPr/>
        <a:lstStyle/>
        <a:p>
          <a:endParaRPr lang="en-US"/>
        </a:p>
      </dgm:t>
    </dgm:pt>
    <dgm:pt modelId="{BD0B8F5A-739A-47A0-A5D8-EF2FF942903B}" type="sibTrans" cxnId="{527C1780-74E8-4A26-8198-EDF539FCEA2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B7ADA567-34EB-4123-8414-3BA59E6C6B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the end we show all the factors such as accuracy, precision, recall and ”F score” of all the models on the same graph.</a:t>
          </a:r>
        </a:p>
      </dgm:t>
    </dgm:pt>
    <dgm:pt modelId="{A37F18D7-9302-487F-AED1-7B10394441FD}" type="parTrans" cxnId="{0F90FB62-7825-44B0-A25B-5A685F0C776B}">
      <dgm:prSet/>
      <dgm:spPr/>
      <dgm:t>
        <a:bodyPr/>
        <a:lstStyle/>
        <a:p>
          <a:endParaRPr lang="en-US"/>
        </a:p>
      </dgm:t>
    </dgm:pt>
    <dgm:pt modelId="{AD0056E8-572B-424F-AD44-33FF40210479}" type="sibTrans" cxnId="{0F90FB62-7825-44B0-A25B-5A685F0C776B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519231A9-15B5-437C-B90F-7C3364D0A4E3}" type="pres">
      <dgm:prSet presAssocID="{E6A26AFD-0684-4C30-82E0-6A207D7FF157}" presName="Name0" presStyleCnt="0">
        <dgm:presLayoutVars>
          <dgm:animLvl val="lvl"/>
          <dgm:resizeHandles val="exact"/>
        </dgm:presLayoutVars>
      </dgm:prSet>
      <dgm:spPr/>
    </dgm:pt>
    <dgm:pt modelId="{FD266B02-9440-4AE9-867B-9BE15B596182}" type="pres">
      <dgm:prSet presAssocID="{48297452-CB67-4EF2-BD13-5B1664566225}" presName="compositeNode" presStyleCnt="0">
        <dgm:presLayoutVars>
          <dgm:bulletEnabled val="1"/>
        </dgm:presLayoutVars>
      </dgm:prSet>
      <dgm:spPr/>
    </dgm:pt>
    <dgm:pt modelId="{8A2E05A4-A6F7-451E-9464-33C203297E91}" type="pres">
      <dgm:prSet presAssocID="{48297452-CB67-4EF2-BD13-5B1664566225}" presName="bgRect" presStyleLbl="alignNode1" presStyleIdx="0" presStyleCnt="3"/>
      <dgm:spPr/>
    </dgm:pt>
    <dgm:pt modelId="{FB0C0851-B84B-4C66-9CF5-A05C25C7B3FC}" type="pres">
      <dgm:prSet presAssocID="{033FF293-C1BA-41F6-93BD-54882535A755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8CD0BF5E-6C22-4D20-A81C-C33F72233F4E}" type="pres">
      <dgm:prSet presAssocID="{48297452-CB67-4EF2-BD13-5B1664566225}" presName="nodeRect" presStyleLbl="alignNode1" presStyleIdx="0" presStyleCnt="3">
        <dgm:presLayoutVars>
          <dgm:bulletEnabled val="1"/>
        </dgm:presLayoutVars>
      </dgm:prSet>
      <dgm:spPr/>
    </dgm:pt>
    <dgm:pt modelId="{8AC80260-46FB-4E05-A751-D88BC601A578}" type="pres">
      <dgm:prSet presAssocID="{033FF293-C1BA-41F6-93BD-54882535A755}" presName="sibTrans" presStyleCnt="0"/>
      <dgm:spPr/>
    </dgm:pt>
    <dgm:pt modelId="{7825FC12-BE5E-4CD3-AA69-2E9FB003A6ED}" type="pres">
      <dgm:prSet presAssocID="{D1F50418-B2CC-4C5B-950D-2A2A5187397A}" presName="compositeNode" presStyleCnt="0">
        <dgm:presLayoutVars>
          <dgm:bulletEnabled val="1"/>
        </dgm:presLayoutVars>
      </dgm:prSet>
      <dgm:spPr/>
    </dgm:pt>
    <dgm:pt modelId="{D0633090-B02D-4606-990B-82BA1D6AEB38}" type="pres">
      <dgm:prSet presAssocID="{D1F50418-B2CC-4C5B-950D-2A2A5187397A}" presName="bgRect" presStyleLbl="alignNode1" presStyleIdx="1" presStyleCnt="3"/>
      <dgm:spPr/>
    </dgm:pt>
    <dgm:pt modelId="{E1936F29-A8A6-4A07-B967-6735145EC732}" type="pres">
      <dgm:prSet presAssocID="{BD0B8F5A-739A-47A0-A5D8-EF2FF942903B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0943C243-18C9-4978-882D-DCB17860B71E}" type="pres">
      <dgm:prSet presAssocID="{D1F50418-B2CC-4C5B-950D-2A2A5187397A}" presName="nodeRect" presStyleLbl="alignNode1" presStyleIdx="1" presStyleCnt="3">
        <dgm:presLayoutVars>
          <dgm:bulletEnabled val="1"/>
        </dgm:presLayoutVars>
      </dgm:prSet>
      <dgm:spPr/>
    </dgm:pt>
    <dgm:pt modelId="{3E006CA3-33CB-4DC5-A8EC-B7C72EF1A790}" type="pres">
      <dgm:prSet presAssocID="{BD0B8F5A-739A-47A0-A5D8-EF2FF942903B}" presName="sibTrans" presStyleCnt="0"/>
      <dgm:spPr/>
    </dgm:pt>
    <dgm:pt modelId="{131280E5-1D4B-4701-A6B1-6848C9736FB2}" type="pres">
      <dgm:prSet presAssocID="{B7ADA567-34EB-4123-8414-3BA59E6C6B34}" presName="compositeNode" presStyleCnt="0">
        <dgm:presLayoutVars>
          <dgm:bulletEnabled val="1"/>
        </dgm:presLayoutVars>
      </dgm:prSet>
      <dgm:spPr/>
    </dgm:pt>
    <dgm:pt modelId="{410B5EEE-B3BE-488E-BC2A-F94C1661DB4F}" type="pres">
      <dgm:prSet presAssocID="{B7ADA567-34EB-4123-8414-3BA59E6C6B34}" presName="bgRect" presStyleLbl="alignNode1" presStyleIdx="2" presStyleCnt="3"/>
      <dgm:spPr/>
    </dgm:pt>
    <dgm:pt modelId="{2AD431CD-D67D-4BC0-A0C2-0034423164CA}" type="pres">
      <dgm:prSet presAssocID="{AD0056E8-572B-424F-AD44-33FF4021047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7F146340-2829-44AF-B3E6-D0B439B88DF1}" type="pres">
      <dgm:prSet presAssocID="{B7ADA567-34EB-4123-8414-3BA59E6C6B34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E65B61C-68DA-4D04-A015-160F7245001E}" type="presOf" srcId="{B7ADA567-34EB-4123-8414-3BA59E6C6B34}" destId="{7F146340-2829-44AF-B3E6-D0B439B88DF1}" srcOrd="1" destOrd="0" presId="urn:microsoft.com/office/officeart/2016/7/layout/LinearBlockProcessNumbered"/>
    <dgm:cxn modelId="{185C2C24-03A5-45A4-9DCE-C207CF5EFE23}" type="presOf" srcId="{48297452-CB67-4EF2-BD13-5B1664566225}" destId="{8CD0BF5E-6C22-4D20-A81C-C33F72233F4E}" srcOrd="1" destOrd="0" presId="urn:microsoft.com/office/officeart/2016/7/layout/LinearBlockProcessNumbered"/>
    <dgm:cxn modelId="{9EA85461-EBEF-443F-9FBF-64E4B132E5F6}" type="presOf" srcId="{AD0056E8-572B-424F-AD44-33FF40210479}" destId="{2AD431CD-D67D-4BC0-A0C2-0034423164CA}" srcOrd="0" destOrd="0" presId="urn:microsoft.com/office/officeart/2016/7/layout/LinearBlockProcessNumbered"/>
    <dgm:cxn modelId="{0F90FB62-7825-44B0-A25B-5A685F0C776B}" srcId="{E6A26AFD-0684-4C30-82E0-6A207D7FF157}" destId="{B7ADA567-34EB-4123-8414-3BA59E6C6B34}" srcOrd="2" destOrd="0" parTransId="{A37F18D7-9302-487F-AED1-7B10394441FD}" sibTransId="{AD0056E8-572B-424F-AD44-33FF40210479}"/>
    <dgm:cxn modelId="{28764756-B3E6-43A4-A5A9-DDB13681125A}" type="presOf" srcId="{D1F50418-B2CC-4C5B-950D-2A2A5187397A}" destId="{0943C243-18C9-4978-882D-DCB17860B71E}" srcOrd="1" destOrd="0" presId="urn:microsoft.com/office/officeart/2016/7/layout/LinearBlockProcessNumbered"/>
    <dgm:cxn modelId="{527C1780-74E8-4A26-8198-EDF539FCEA2C}" srcId="{E6A26AFD-0684-4C30-82E0-6A207D7FF157}" destId="{D1F50418-B2CC-4C5B-950D-2A2A5187397A}" srcOrd="1" destOrd="0" parTransId="{7C91A489-CD73-4870-A28C-E4F1D5262616}" sibTransId="{BD0B8F5A-739A-47A0-A5D8-EF2FF942903B}"/>
    <dgm:cxn modelId="{96F76192-957D-48EC-8B23-3CAB80A998DD}" srcId="{E6A26AFD-0684-4C30-82E0-6A207D7FF157}" destId="{48297452-CB67-4EF2-BD13-5B1664566225}" srcOrd="0" destOrd="0" parTransId="{9C9DBCD9-2BA5-4372-89DE-8E873565050B}" sibTransId="{033FF293-C1BA-41F6-93BD-54882535A755}"/>
    <dgm:cxn modelId="{C03399A8-7F11-414D-BAC4-1D397F039801}" type="presOf" srcId="{D1F50418-B2CC-4C5B-950D-2A2A5187397A}" destId="{D0633090-B02D-4606-990B-82BA1D6AEB38}" srcOrd="0" destOrd="0" presId="urn:microsoft.com/office/officeart/2016/7/layout/LinearBlockProcessNumbered"/>
    <dgm:cxn modelId="{DE7DE6AD-7D6D-4165-A974-C758348E7B12}" type="presOf" srcId="{033FF293-C1BA-41F6-93BD-54882535A755}" destId="{FB0C0851-B84B-4C66-9CF5-A05C25C7B3FC}" srcOrd="0" destOrd="0" presId="urn:microsoft.com/office/officeart/2016/7/layout/LinearBlockProcessNumbered"/>
    <dgm:cxn modelId="{FF6254B0-B031-4083-B8C1-EE5D498E3B85}" type="presOf" srcId="{B7ADA567-34EB-4123-8414-3BA59E6C6B34}" destId="{410B5EEE-B3BE-488E-BC2A-F94C1661DB4F}" srcOrd="0" destOrd="0" presId="urn:microsoft.com/office/officeart/2016/7/layout/LinearBlockProcessNumbered"/>
    <dgm:cxn modelId="{E74007C7-8612-4AAC-B62F-7916CC40A523}" type="presOf" srcId="{48297452-CB67-4EF2-BD13-5B1664566225}" destId="{8A2E05A4-A6F7-451E-9464-33C203297E91}" srcOrd="0" destOrd="0" presId="urn:microsoft.com/office/officeart/2016/7/layout/LinearBlockProcessNumbered"/>
    <dgm:cxn modelId="{84CE48E1-B4F1-4C87-8F31-81EAAA685338}" type="presOf" srcId="{BD0B8F5A-739A-47A0-A5D8-EF2FF942903B}" destId="{E1936F29-A8A6-4A07-B967-6735145EC732}" srcOrd="0" destOrd="0" presId="urn:microsoft.com/office/officeart/2016/7/layout/LinearBlockProcessNumbered"/>
    <dgm:cxn modelId="{924331F9-77C1-4959-B714-7BDC1A81C8FA}" type="presOf" srcId="{E6A26AFD-0684-4C30-82E0-6A207D7FF157}" destId="{519231A9-15B5-437C-B90F-7C3364D0A4E3}" srcOrd="0" destOrd="0" presId="urn:microsoft.com/office/officeart/2016/7/layout/LinearBlockProcessNumbered"/>
    <dgm:cxn modelId="{0A8F9595-FE8F-4494-9B72-F1B35B0B7045}" type="presParOf" srcId="{519231A9-15B5-437C-B90F-7C3364D0A4E3}" destId="{FD266B02-9440-4AE9-867B-9BE15B596182}" srcOrd="0" destOrd="0" presId="urn:microsoft.com/office/officeart/2016/7/layout/LinearBlockProcessNumbered"/>
    <dgm:cxn modelId="{8BA5888C-CB43-4FE9-BCFE-4FEECEF3D203}" type="presParOf" srcId="{FD266B02-9440-4AE9-867B-9BE15B596182}" destId="{8A2E05A4-A6F7-451E-9464-33C203297E91}" srcOrd="0" destOrd="0" presId="urn:microsoft.com/office/officeart/2016/7/layout/LinearBlockProcessNumbered"/>
    <dgm:cxn modelId="{A577747E-A64C-41BA-BFC7-A2042ABE6450}" type="presParOf" srcId="{FD266B02-9440-4AE9-867B-9BE15B596182}" destId="{FB0C0851-B84B-4C66-9CF5-A05C25C7B3FC}" srcOrd="1" destOrd="0" presId="urn:microsoft.com/office/officeart/2016/7/layout/LinearBlockProcessNumbered"/>
    <dgm:cxn modelId="{27568FF9-F85F-438D-86ED-2DB0C63B5A9C}" type="presParOf" srcId="{FD266B02-9440-4AE9-867B-9BE15B596182}" destId="{8CD0BF5E-6C22-4D20-A81C-C33F72233F4E}" srcOrd="2" destOrd="0" presId="urn:microsoft.com/office/officeart/2016/7/layout/LinearBlockProcessNumbered"/>
    <dgm:cxn modelId="{E18D59A3-4DAB-44AA-878D-5F441DB90627}" type="presParOf" srcId="{519231A9-15B5-437C-B90F-7C3364D0A4E3}" destId="{8AC80260-46FB-4E05-A751-D88BC601A578}" srcOrd="1" destOrd="0" presId="urn:microsoft.com/office/officeart/2016/7/layout/LinearBlockProcessNumbered"/>
    <dgm:cxn modelId="{5CA14695-AD07-4447-8407-5A0C1DD0336E}" type="presParOf" srcId="{519231A9-15B5-437C-B90F-7C3364D0A4E3}" destId="{7825FC12-BE5E-4CD3-AA69-2E9FB003A6ED}" srcOrd="2" destOrd="0" presId="urn:microsoft.com/office/officeart/2016/7/layout/LinearBlockProcessNumbered"/>
    <dgm:cxn modelId="{ED004B35-1DF8-4540-99BC-1F6222040E76}" type="presParOf" srcId="{7825FC12-BE5E-4CD3-AA69-2E9FB003A6ED}" destId="{D0633090-B02D-4606-990B-82BA1D6AEB38}" srcOrd="0" destOrd="0" presId="urn:microsoft.com/office/officeart/2016/7/layout/LinearBlockProcessNumbered"/>
    <dgm:cxn modelId="{4836B6CF-2FB4-4EF7-87B8-85C41088F39A}" type="presParOf" srcId="{7825FC12-BE5E-4CD3-AA69-2E9FB003A6ED}" destId="{E1936F29-A8A6-4A07-B967-6735145EC732}" srcOrd="1" destOrd="0" presId="urn:microsoft.com/office/officeart/2016/7/layout/LinearBlockProcessNumbered"/>
    <dgm:cxn modelId="{8DC5D61E-057F-4B76-96EE-4CCE17295DF6}" type="presParOf" srcId="{7825FC12-BE5E-4CD3-AA69-2E9FB003A6ED}" destId="{0943C243-18C9-4978-882D-DCB17860B71E}" srcOrd="2" destOrd="0" presId="urn:microsoft.com/office/officeart/2016/7/layout/LinearBlockProcessNumbered"/>
    <dgm:cxn modelId="{2B39D789-7711-41C0-B5BB-04590CE476F4}" type="presParOf" srcId="{519231A9-15B5-437C-B90F-7C3364D0A4E3}" destId="{3E006CA3-33CB-4DC5-A8EC-B7C72EF1A790}" srcOrd="3" destOrd="0" presId="urn:microsoft.com/office/officeart/2016/7/layout/LinearBlockProcessNumbered"/>
    <dgm:cxn modelId="{C1A95D50-DA51-4274-864C-8954C7DFE67A}" type="presParOf" srcId="{519231A9-15B5-437C-B90F-7C3364D0A4E3}" destId="{131280E5-1D4B-4701-A6B1-6848C9736FB2}" srcOrd="4" destOrd="0" presId="urn:microsoft.com/office/officeart/2016/7/layout/LinearBlockProcessNumbered"/>
    <dgm:cxn modelId="{F3B1B759-1BF6-4A50-9BE2-69A189A8C790}" type="presParOf" srcId="{131280E5-1D4B-4701-A6B1-6848C9736FB2}" destId="{410B5EEE-B3BE-488E-BC2A-F94C1661DB4F}" srcOrd="0" destOrd="0" presId="urn:microsoft.com/office/officeart/2016/7/layout/LinearBlockProcessNumbered"/>
    <dgm:cxn modelId="{73CCED01-46D1-4F49-AE81-ACCBB5FE8283}" type="presParOf" srcId="{131280E5-1D4B-4701-A6B1-6848C9736FB2}" destId="{2AD431CD-D67D-4BC0-A0C2-0034423164CA}" srcOrd="1" destOrd="0" presId="urn:microsoft.com/office/officeart/2016/7/layout/LinearBlockProcessNumbered"/>
    <dgm:cxn modelId="{76032B8D-8CBC-44D2-B22B-D923A1EB4E1E}" type="presParOf" srcId="{131280E5-1D4B-4701-A6B1-6848C9736FB2}" destId="{7F146340-2829-44AF-B3E6-D0B439B88DF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AEE07E-9EAE-4711-8CD7-0BFAFFF6BE6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1AC0F8-CB18-45D0-8244-CAC8003A8DB6}">
      <dgm:prSet/>
      <dgm:spPr/>
      <dgm:t>
        <a:bodyPr/>
        <a:lstStyle/>
        <a:p>
          <a:r>
            <a:rPr lang="en-US"/>
            <a:t>We present a unique ensemble of machine learning classifiers in this research to improve attack detection accuracy.</a:t>
          </a:r>
        </a:p>
      </dgm:t>
    </dgm:pt>
    <dgm:pt modelId="{42C437DC-9571-43C1-B184-7948ED365EBC}" type="parTrans" cxnId="{F598D09B-205D-48D9-8FD7-42D2439FC01E}">
      <dgm:prSet/>
      <dgm:spPr/>
      <dgm:t>
        <a:bodyPr/>
        <a:lstStyle/>
        <a:p>
          <a:endParaRPr lang="en-US"/>
        </a:p>
      </dgm:t>
    </dgm:pt>
    <dgm:pt modelId="{854D27B8-4C12-4DEC-A5EB-2DD36114A009}" type="sibTrans" cxnId="{F598D09B-205D-48D9-8FD7-42D2439FC01E}">
      <dgm:prSet/>
      <dgm:spPr/>
      <dgm:t>
        <a:bodyPr/>
        <a:lstStyle/>
        <a:p>
          <a:endParaRPr lang="en-US"/>
        </a:p>
      </dgm:t>
    </dgm:pt>
    <dgm:pt modelId="{E5F60165-6EF2-4DE5-8D44-968F67A50D81}">
      <dgm:prSet/>
      <dgm:spPr/>
      <dgm:t>
        <a:bodyPr/>
        <a:lstStyle/>
        <a:p>
          <a:r>
            <a:rPr lang="en-US" dirty="0"/>
            <a:t>Work on New datasets</a:t>
          </a:r>
        </a:p>
      </dgm:t>
    </dgm:pt>
    <dgm:pt modelId="{17E41687-F8AC-46FB-AC74-BC21CFCC9C8F}" type="parTrans" cxnId="{03C041A4-1D9F-4E30-89AD-44EB2586AEBB}">
      <dgm:prSet/>
      <dgm:spPr/>
      <dgm:t>
        <a:bodyPr/>
        <a:lstStyle/>
        <a:p>
          <a:endParaRPr lang="en-US"/>
        </a:p>
      </dgm:t>
    </dgm:pt>
    <dgm:pt modelId="{D9B451A0-1CC4-48A7-B7FB-B2C77085CDA1}" type="sibTrans" cxnId="{03C041A4-1D9F-4E30-89AD-44EB2586AEBB}">
      <dgm:prSet/>
      <dgm:spPr/>
      <dgm:t>
        <a:bodyPr/>
        <a:lstStyle/>
        <a:p>
          <a:endParaRPr lang="en-US"/>
        </a:p>
      </dgm:t>
    </dgm:pt>
    <dgm:pt modelId="{C6136A4E-87C3-4BCC-8714-84DCDA2BAD53}">
      <dgm:prSet/>
      <dgm:spPr/>
      <dgm:t>
        <a:bodyPr/>
        <a:lstStyle/>
        <a:p>
          <a:r>
            <a:rPr lang="en-US" dirty="0"/>
            <a:t>Adversarial Defense of proposed Model</a:t>
          </a:r>
        </a:p>
      </dgm:t>
    </dgm:pt>
    <dgm:pt modelId="{64EEA7FA-C35E-4EDC-A3E2-84CC4DEE9B6A}" type="sibTrans" cxnId="{8BAD6993-6244-4A55-ACBC-B433BBD42677}">
      <dgm:prSet/>
      <dgm:spPr/>
      <dgm:t>
        <a:bodyPr/>
        <a:lstStyle/>
        <a:p>
          <a:endParaRPr lang="en-US"/>
        </a:p>
      </dgm:t>
    </dgm:pt>
    <dgm:pt modelId="{4CF9CC18-C571-41DF-9A2C-E7E44B43EA62}" type="parTrans" cxnId="{8BAD6993-6244-4A55-ACBC-B433BBD42677}">
      <dgm:prSet/>
      <dgm:spPr/>
      <dgm:t>
        <a:bodyPr/>
        <a:lstStyle/>
        <a:p>
          <a:endParaRPr lang="en-US"/>
        </a:p>
      </dgm:t>
    </dgm:pt>
    <dgm:pt modelId="{0734DD29-0D20-4FBE-812F-63E2E9734A24}" type="pres">
      <dgm:prSet presAssocID="{BEAEE07E-9EAE-4711-8CD7-0BFAFFF6BE64}" presName="linear" presStyleCnt="0">
        <dgm:presLayoutVars>
          <dgm:animLvl val="lvl"/>
          <dgm:resizeHandles val="exact"/>
        </dgm:presLayoutVars>
      </dgm:prSet>
      <dgm:spPr/>
    </dgm:pt>
    <dgm:pt modelId="{737B70A6-9BE9-4184-BB8F-06DD233D9DF6}" type="pres">
      <dgm:prSet presAssocID="{721AC0F8-CB18-45D0-8244-CAC8003A8D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3C643BF-7035-4C9C-AEBD-D9D324B0BB0D}" type="pres">
      <dgm:prSet presAssocID="{854D27B8-4C12-4DEC-A5EB-2DD36114A009}" presName="spacer" presStyleCnt="0"/>
      <dgm:spPr/>
    </dgm:pt>
    <dgm:pt modelId="{0CFC1F39-3DE7-4594-BE52-69BB0940A4FE}" type="pres">
      <dgm:prSet presAssocID="{E5F60165-6EF2-4DE5-8D44-968F67A50D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8FF9F84-10EB-40D1-A056-E18C00B082ED}" type="pres">
      <dgm:prSet presAssocID="{D9B451A0-1CC4-48A7-B7FB-B2C77085CDA1}" presName="spacer" presStyleCnt="0"/>
      <dgm:spPr/>
    </dgm:pt>
    <dgm:pt modelId="{2954A70B-8AB8-46ED-A21C-76D4C0EB5861}" type="pres">
      <dgm:prSet presAssocID="{C6136A4E-87C3-4BCC-8714-84DCDA2BAD53}" presName="parentText" presStyleLbl="node1" presStyleIdx="2" presStyleCnt="3" custLinFactNeighborX="-795">
        <dgm:presLayoutVars>
          <dgm:chMax val="0"/>
          <dgm:bulletEnabled val="1"/>
        </dgm:presLayoutVars>
      </dgm:prSet>
      <dgm:spPr/>
    </dgm:pt>
  </dgm:ptLst>
  <dgm:cxnLst>
    <dgm:cxn modelId="{A7CB1C0A-9C63-4AA3-BD0C-C4D77139152A}" type="presOf" srcId="{E5F60165-6EF2-4DE5-8D44-968F67A50D81}" destId="{0CFC1F39-3DE7-4594-BE52-69BB0940A4FE}" srcOrd="0" destOrd="0" presId="urn:microsoft.com/office/officeart/2005/8/layout/vList2"/>
    <dgm:cxn modelId="{16DD6E2D-F7A9-4888-BAC5-3C26327168DD}" type="presOf" srcId="{C6136A4E-87C3-4BCC-8714-84DCDA2BAD53}" destId="{2954A70B-8AB8-46ED-A21C-76D4C0EB5861}" srcOrd="0" destOrd="0" presId="urn:microsoft.com/office/officeart/2005/8/layout/vList2"/>
    <dgm:cxn modelId="{0484F943-ABB3-489B-AA1A-5F49118F9DCA}" type="presOf" srcId="{BEAEE07E-9EAE-4711-8CD7-0BFAFFF6BE64}" destId="{0734DD29-0D20-4FBE-812F-63E2E9734A24}" srcOrd="0" destOrd="0" presId="urn:microsoft.com/office/officeart/2005/8/layout/vList2"/>
    <dgm:cxn modelId="{D0E21453-90B6-4B88-BC31-F3CEA0E84482}" type="presOf" srcId="{721AC0F8-CB18-45D0-8244-CAC8003A8DB6}" destId="{737B70A6-9BE9-4184-BB8F-06DD233D9DF6}" srcOrd="0" destOrd="0" presId="urn:microsoft.com/office/officeart/2005/8/layout/vList2"/>
    <dgm:cxn modelId="{8BAD6993-6244-4A55-ACBC-B433BBD42677}" srcId="{BEAEE07E-9EAE-4711-8CD7-0BFAFFF6BE64}" destId="{C6136A4E-87C3-4BCC-8714-84DCDA2BAD53}" srcOrd="2" destOrd="0" parTransId="{4CF9CC18-C571-41DF-9A2C-E7E44B43EA62}" sibTransId="{64EEA7FA-C35E-4EDC-A3E2-84CC4DEE9B6A}"/>
    <dgm:cxn modelId="{F598D09B-205D-48D9-8FD7-42D2439FC01E}" srcId="{BEAEE07E-9EAE-4711-8CD7-0BFAFFF6BE64}" destId="{721AC0F8-CB18-45D0-8244-CAC8003A8DB6}" srcOrd="0" destOrd="0" parTransId="{42C437DC-9571-43C1-B184-7948ED365EBC}" sibTransId="{854D27B8-4C12-4DEC-A5EB-2DD36114A009}"/>
    <dgm:cxn modelId="{03C041A4-1D9F-4E30-89AD-44EB2586AEBB}" srcId="{BEAEE07E-9EAE-4711-8CD7-0BFAFFF6BE64}" destId="{E5F60165-6EF2-4DE5-8D44-968F67A50D81}" srcOrd="1" destOrd="0" parTransId="{17E41687-F8AC-46FB-AC74-BC21CFCC9C8F}" sibTransId="{D9B451A0-1CC4-48A7-B7FB-B2C77085CDA1}"/>
    <dgm:cxn modelId="{B8DDE135-D8C9-453E-8D1E-8BB704EB5B9B}" type="presParOf" srcId="{0734DD29-0D20-4FBE-812F-63E2E9734A24}" destId="{737B70A6-9BE9-4184-BB8F-06DD233D9DF6}" srcOrd="0" destOrd="0" presId="urn:microsoft.com/office/officeart/2005/8/layout/vList2"/>
    <dgm:cxn modelId="{C4EEAC64-7A1E-4FF1-95F2-370E5DB06E30}" type="presParOf" srcId="{0734DD29-0D20-4FBE-812F-63E2E9734A24}" destId="{B3C643BF-7035-4C9C-AEBD-D9D324B0BB0D}" srcOrd="1" destOrd="0" presId="urn:microsoft.com/office/officeart/2005/8/layout/vList2"/>
    <dgm:cxn modelId="{40618980-BA9F-4E64-803F-8F7F11DF0E10}" type="presParOf" srcId="{0734DD29-0D20-4FBE-812F-63E2E9734A24}" destId="{0CFC1F39-3DE7-4594-BE52-69BB0940A4FE}" srcOrd="2" destOrd="0" presId="urn:microsoft.com/office/officeart/2005/8/layout/vList2"/>
    <dgm:cxn modelId="{7669135E-3EFF-4BD0-AB4E-79440ACEB1D3}" type="presParOf" srcId="{0734DD29-0D20-4FBE-812F-63E2E9734A24}" destId="{48FF9F84-10EB-40D1-A056-E18C00B082ED}" srcOrd="3" destOrd="0" presId="urn:microsoft.com/office/officeart/2005/8/layout/vList2"/>
    <dgm:cxn modelId="{72268313-2F78-43B2-89AB-0E31AFFC8B8F}" type="presParOf" srcId="{0734DD29-0D20-4FBE-812F-63E2E9734A24}" destId="{2954A70B-8AB8-46ED-A21C-76D4C0EB586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45D76-59B8-409F-865A-C8FF6E45DCB0}">
      <dsp:nvSpPr>
        <dsp:cNvPr id="0" name=""/>
        <dsp:cNvSpPr/>
      </dsp:nvSpPr>
      <dsp:spPr>
        <a:xfrm>
          <a:off x="0" y="13167"/>
          <a:ext cx="629171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Hidayat ur Rehman    (211833)</a:t>
          </a:r>
        </a:p>
      </dsp:txBody>
      <dsp:txXfrm>
        <a:off x="85444" y="98611"/>
        <a:ext cx="6120826" cy="1579432"/>
      </dsp:txXfrm>
    </dsp:sp>
    <dsp:sp modelId="{07E633FB-0174-4A90-A60C-93CF7EDC5BA7}">
      <dsp:nvSpPr>
        <dsp:cNvPr id="0" name=""/>
        <dsp:cNvSpPr/>
      </dsp:nvSpPr>
      <dsp:spPr>
        <a:xfrm>
          <a:off x="0" y="1890207"/>
          <a:ext cx="6291714" cy="1750320"/>
        </a:xfrm>
        <a:prstGeom prst="roundRect">
          <a:avLst/>
        </a:prstGeom>
        <a:solidFill>
          <a:schemeClr val="accent2">
            <a:hueOff val="1901703"/>
            <a:satOff val="-38256"/>
            <a:lumOff val="-1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Nabeel Fakhar            (211847)</a:t>
          </a:r>
        </a:p>
      </dsp:txBody>
      <dsp:txXfrm>
        <a:off x="85444" y="1975651"/>
        <a:ext cx="6120826" cy="1579432"/>
      </dsp:txXfrm>
    </dsp:sp>
    <dsp:sp modelId="{4E86BFF2-2EF9-410C-A7F7-336172B79675}">
      <dsp:nvSpPr>
        <dsp:cNvPr id="0" name=""/>
        <dsp:cNvSpPr/>
      </dsp:nvSpPr>
      <dsp:spPr>
        <a:xfrm>
          <a:off x="0" y="3767247"/>
          <a:ext cx="6291714" cy="1750320"/>
        </a:xfrm>
        <a:prstGeom prst="roundRect">
          <a:avLst/>
        </a:prstGeom>
        <a:solidFill>
          <a:schemeClr val="accent2">
            <a:hueOff val="3803405"/>
            <a:satOff val="-76511"/>
            <a:lumOff val="-2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Muhammad </a:t>
          </a:r>
          <a:r>
            <a:rPr lang="en-US" sz="4400" kern="1200" dirty="0" err="1"/>
            <a:t>Sangeen</a:t>
          </a:r>
          <a:r>
            <a:rPr lang="en-US" sz="4400" kern="1200" dirty="0"/>
            <a:t>  (211822)</a:t>
          </a:r>
        </a:p>
      </dsp:txBody>
      <dsp:txXfrm>
        <a:off x="85444" y="3852691"/>
        <a:ext cx="6120826" cy="1579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263829-FD8E-4D15-B607-4B3F2FC69DC8}">
      <dsp:nvSpPr>
        <dsp:cNvPr id="0" name=""/>
        <dsp:cNvSpPr/>
      </dsp:nvSpPr>
      <dsp:spPr>
        <a:xfrm>
          <a:off x="0" y="408019"/>
          <a:ext cx="630372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12856B-D21B-480A-868D-E8A7FD082B51}">
      <dsp:nvSpPr>
        <dsp:cNvPr id="0" name=""/>
        <dsp:cNvSpPr/>
      </dsp:nvSpPr>
      <dsp:spPr>
        <a:xfrm>
          <a:off x="315186" y="112819"/>
          <a:ext cx="441261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86" tIns="0" rIns="16678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Problem Definition</a:t>
          </a:r>
        </a:p>
      </dsp:txBody>
      <dsp:txXfrm>
        <a:off x="344007" y="141640"/>
        <a:ext cx="4354968" cy="532758"/>
      </dsp:txXfrm>
    </dsp:sp>
    <dsp:sp modelId="{C61B51D2-A310-4DCB-8BE4-D5EF8C9F143F}">
      <dsp:nvSpPr>
        <dsp:cNvPr id="0" name=""/>
        <dsp:cNvSpPr/>
      </dsp:nvSpPr>
      <dsp:spPr>
        <a:xfrm>
          <a:off x="0" y="1315219"/>
          <a:ext cx="630372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7DE45-5406-4AA0-9381-7218E30A42E9}">
      <dsp:nvSpPr>
        <dsp:cNvPr id="0" name=""/>
        <dsp:cNvSpPr/>
      </dsp:nvSpPr>
      <dsp:spPr>
        <a:xfrm>
          <a:off x="315186" y="1020019"/>
          <a:ext cx="4412610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86" tIns="0" rIns="16678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Introduction</a:t>
          </a:r>
        </a:p>
      </dsp:txBody>
      <dsp:txXfrm>
        <a:off x="344007" y="1048840"/>
        <a:ext cx="4354968" cy="532758"/>
      </dsp:txXfrm>
    </dsp:sp>
    <dsp:sp modelId="{A925109A-5CC7-45A5-B80A-CB0BE403D519}">
      <dsp:nvSpPr>
        <dsp:cNvPr id="0" name=""/>
        <dsp:cNvSpPr/>
      </dsp:nvSpPr>
      <dsp:spPr>
        <a:xfrm>
          <a:off x="0" y="2222419"/>
          <a:ext cx="630372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19E13-A178-4CAF-A9F4-0059D524CD44}">
      <dsp:nvSpPr>
        <dsp:cNvPr id="0" name=""/>
        <dsp:cNvSpPr/>
      </dsp:nvSpPr>
      <dsp:spPr>
        <a:xfrm>
          <a:off x="315186" y="1927219"/>
          <a:ext cx="441261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86" tIns="0" rIns="16678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Related Work</a:t>
          </a:r>
        </a:p>
      </dsp:txBody>
      <dsp:txXfrm>
        <a:off x="344007" y="1956040"/>
        <a:ext cx="4354968" cy="532758"/>
      </dsp:txXfrm>
    </dsp:sp>
    <dsp:sp modelId="{F1F403C9-C6CA-493C-8A69-A8C30AAC02B5}">
      <dsp:nvSpPr>
        <dsp:cNvPr id="0" name=""/>
        <dsp:cNvSpPr/>
      </dsp:nvSpPr>
      <dsp:spPr>
        <a:xfrm>
          <a:off x="0" y="3129619"/>
          <a:ext cx="630372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AAD79-380F-4B49-BAE2-15E75780C710}">
      <dsp:nvSpPr>
        <dsp:cNvPr id="0" name=""/>
        <dsp:cNvSpPr/>
      </dsp:nvSpPr>
      <dsp:spPr>
        <a:xfrm>
          <a:off x="315186" y="2834419"/>
          <a:ext cx="4412610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86" tIns="0" rIns="16678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Proposed Solutions</a:t>
          </a:r>
        </a:p>
      </dsp:txBody>
      <dsp:txXfrm>
        <a:off x="344007" y="2863240"/>
        <a:ext cx="4354968" cy="532758"/>
      </dsp:txXfrm>
    </dsp:sp>
    <dsp:sp modelId="{D6665E31-4223-4EB3-AAD4-A2B612EA4613}">
      <dsp:nvSpPr>
        <dsp:cNvPr id="0" name=""/>
        <dsp:cNvSpPr/>
      </dsp:nvSpPr>
      <dsp:spPr>
        <a:xfrm>
          <a:off x="0" y="4036819"/>
          <a:ext cx="630372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FDA73-69ED-49CB-9CFB-05B857229B33}">
      <dsp:nvSpPr>
        <dsp:cNvPr id="0" name=""/>
        <dsp:cNvSpPr/>
      </dsp:nvSpPr>
      <dsp:spPr>
        <a:xfrm>
          <a:off x="315186" y="3741619"/>
          <a:ext cx="4412610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86" tIns="0" rIns="16678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Results and Discussion</a:t>
          </a:r>
        </a:p>
      </dsp:txBody>
      <dsp:txXfrm>
        <a:off x="344007" y="3770440"/>
        <a:ext cx="4354968" cy="532758"/>
      </dsp:txXfrm>
    </dsp:sp>
    <dsp:sp modelId="{605BFE13-0D55-4CB4-9234-48E4DEF0DAB4}">
      <dsp:nvSpPr>
        <dsp:cNvPr id="0" name=""/>
        <dsp:cNvSpPr/>
      </dsp:nvSpPr>
      <dsp:spPr>
        <a:xfrm>
          <a:off x="0" y="4944019"/>
          <a:ext cx="6303729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2F0E7-390D-4B88-9A67-7E9ABF9CB245}">
      <dsp:nvSpPr>
        <dsp:cNvPr id="0" name=""/>
        <dsp:cNvSpPr/>
      </dsp:nvSpPr>
      <dsp:spPr>
        <a:xfrm>
          <a:off x="315186" y="4648819"/>
          <a:ext cx="4412610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86" tIns="0" rIns="16678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Conclusion and Future Work</a:t>
          </a:r>
        </a:p>
      </dsp:txBody>
      <dsp:txXfrm>
        <a:off x="344007" y="4677640"/>
        <a:ext cx="4354968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7A812-8C71-467C-8516-6467CD10C0CF}">
      <dsp:nvSpPr>
        <dsp:cNvPr id="0" name=""/>
        <dsp:cNvSpPr/>
      </dsp:nvSpPr>
      <dsp:spPr>
        <a:xfrm>
          <a:off x="0" y="4188770"/>
          <a:ext cx="6735443" cy="13748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collection, pre-processing, and ensemble modelling are the three primary processes in the proposed model.</a:t>
          </a:r>
        </a:p>
      </dsp:txBody>
      <dsp:txXfrm>
        <a:off x="0" y="4188770"/>
        <a:ext cx="6735443" cy="1374847"/>
      </dsp:txXfrm>
    </dsp:sp>
    <dsp:sp modelId="{19F3110F-309A-44C6-A845-7970FADA45F7}">
      <dsp:nvSpPr>
        <dsp:cNvPr id="0" name=""/>
        <dsp:cNvSpPr/>
      </dsp:nvSpPr>
      <dsp:spPr>
        <a:xfrm rot="10800000">
          <a:off x="0" y="2094877"/>
          <a:ext cx="6735443" cy="211451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models are developed using a phishing website dataset with 30 characteristics.</a:t>
          </a:r>
        </a:p>
      </dsp:txBody>
      <dsp:txXfrm rot="10800000">
        <a:off x="0" y="2094877"/>
        <a:ext cx="6735443" cy="1373949"/>
      </dsp:txXfrm>
    </dsp:sp>
    <dsp:sp modelId="{A79626FB-D830-4119-A9FD-15B87D9E68C5}">
      <dsp:nvSpPr>
        <dsp:cNvPr id="0" name=""/>
        <dsp:cNvSpPr/>
      </dsp:nvSpPr>
      <dsp:spPr>
        <a:xfrm rot="10800000">
          <a:off x="0" y="983"/>
          <a:ext cx="6735443" cy="2114516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 offer a unique ensemble model that we proposed to improve the detection of online phishing attempts.</a:t>
          </a:r>
        </a:p>
      </dsp:txBody>
      <dsp:txXfrm rot="10800000">
        <a:off x="0" y="983"/>
        <a:ext cx="6735443" cy="13739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E05A4-A6F7-451E-9464-33C203297E91}">
      <dsp:nvSpPr>
        <dsp:cNvPr id="0" name=""/>
        <dsp:cNvSpPr/>
      </dsp:nvSpPr>
      <dsp:spPr>
        <a:xfrm>
          <a:off x="821" y="0"/>
          <a:ext cx="3327201" cy="38592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all the ensemble model used in this experiment RFC and SVM gives the highest Accuracy as 0.962. </a:t>
          </a:r>
        </a:p>
      </dsp:txBody>
      <dsp:txXfrm>
        <a:off x="821" y="1543685"/>
        <a:ext cx="3327201" cy="2315527"/>
      </dsp:txXfrm>
    </dsp:sp>
    <dsp:sp modelId="{FB0C0851-B84B-4C66-9CF5-A05C25C7B3FC}">
      <dsp:nvSpPr>
        <dsp:cNvPr id="0" name=""/>
        <dsp:cNvSpPr/>
      </dsp:nvSpPr>
      <dsp:spPr>
        <a:xfrm>
          <a:off x="821" y="0"/>
          <a:ext cx="3327201" cy="15436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0"/>
        <a:ext cx="3327201" cy="1543685"/>
      </dsp:txXfrm>
    </dsp:sp>
    <dsp:sp modelId="{D0633090-B02D-4606-990B-82BA1D6AEB38}">
      <dsp:nvSpPr>
        <dsp:cNvPr id="0" name=""/>
        <dsp:cNvSpPr/>
      </dsp:nvSpPr>
      <dsp:spPr>
        <a:xfrm>
          <a:off x="3594199" y="0"/>
          <a:ext cx="3327201" cy="3859213"/>
        </a:xfrm>
        <a:prstGeom prst="rect">
          <a:avLst/>
        </a:prstGeom>
        <a:solidFill>
          <a:schemeClr val="accent5">
            <a:hueOff val="-6972787"/>
            <a:satOff val="6306"/>
            <a:lumOff val="-12156"/>
            <a:alphaOff val="0"/>
          </a:schemeClr>
        </a:solidFill>
        <a:ln w="12700" cap="flat" cmpd="sng" algn="ctr">
          <a:solidFill>
            <a:schemeClr val="accent5">
              <a:hueOff val="-6972787"/>
              <a:satOff val="6306"/>
              <a:lumOff val="-1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These experimental results demonstrate that through the ensemble model, a phishing attack can be detected with better accuracy and the proposed model is robust and scalable with no processing. </a:t>
          </a:r>
        </a:p>
      </dsp:txBody>
      <dsp:txXfrm>
        <a:off x="3594199" y="1543685"/>
        <a:ext cx="3327201" cy="2315527"/>
      </dsp:txXfrm>
    </dsp:sp>
    <dsp:sp modelId="{E1936F29-A8A6-4A07-B967-6735145EC732}">
      <dsp:nvSpPr>
        <dsp:cNvPr id="0" name=""/>
        <dsp:cNvSpPr/>
      </dsp:nvSpPr>
      <dsp:spPr>
        <a:xfrm>
          <a:off x="3594199" y="0"/>
          <a:ext cx="3327201" cy="15436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0"/>
        <a:ext cx="3327201" cy="1543685"/>
      </dsp:txXfrm>
    </dsp:sp>
    <dsp:sp modelId="{410B5EEE-B3BE-488E-BC2A-F94C1661DB4F}">
      <dsp:nvSpPr>
        <dsp:cNvPr id="0" name=""/>
        <dsp:cNvSpPr/>
      </dsp:nvSpPr>
      <dsp:spPr>
        <a:xfrm>
          <a:off x="7187576" y="0"/>
          <a:ext cx="3327201" cy="3859213"/>
        </a:xfrm>
        <a:prstGeom prst="rect">
          <a:avLst/>
        </a:prstGeom>
        <a:solidFill>
          <a:schemeClr val="accent5">
            <a:hueOff val="-13945574"/>
            <a:satOff val="12612"/>
            <a:lumOff val="-24312"/>
            <a:alphaOff val="0"/>
          </a:schemeClr>
        </a:solidFill>
        <a:ln w="12700" cap="flat" cmpd="sng" algn="ctr">
          <a:solidFill>
            <a:schemeClr val="accent5">
              <a:hueOff val="-13945574"/>
              <a:satOff val="12612"/>
              <a:lumOff val="-243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At the end we show all the factors such as accuracy, precision, recall and ”F score” of all the models on the same graph.</a:t>
          </a:r>
        </a:p>
      </dsp:txBody>
      <dsp:txXfrm>
        <a:off x="7187576" y="1543685"/>
        <a:ext cx="3327201" cy="2315527"/>
      </dsp:txXfrm>
    </dsp:sp>
    <dsp:sp modelId="{2AD431CD-D67D-4BC0-A0C2-0034423164CA}">
      <dsp:nvSpPr>
        <dsp:cNvPr id="0" name=""/>
        <dsp:cNvSpPr/>
      </dsp:nvSpPr>
      <dsp:spPr>
        <a:xfrm>
          <a:off x="7187576" y="0"/>
          <a:ext cx="3327201" cy="154368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187576" y="0"/>
        <a:ext cx="3327201" cy="15436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B70A6-9BE9-4184-BB8F-06DD233D9DF6}">
      <dsp:nvSpPr>
        <dsp:cNvPr id="0" name=""/>
        <dsp:cNvSpPr/>
      </dsp:nvSpPr>
      <dsp:spPr>
        <a:xfrm>
          <a:off x="0" y="75919"/>
          <a:ext cx="6303729" cy="1755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 present a unique ensemble of machine learning classifiers in this research to improve attack detection accuracy.</a:t>
          </a:r>
        </a:p>
      </dsp:txBody>
      <dsp:txXfrm>
        <a:off x="85672" y="161591"/>
        <a:ext cx="6132385" cy="1583656"/>
      </dsp:txXfrm>
    </dsp:sp>
    <dsp:sp modelId="{0CFC1F39-3DE7-4594-BE52-69BB0940A4FE}">
      <dsp:nvSpPr>
        <dsp:cNvPr id="0" name=""/>
        <dsp:cNvSpPr/>
      </dsp:nvSpPr>
      <dsp:spPr>
        <a:xfrm>
          <a:off x="0" y="1902919"/>
          <a:ext cx="6303729" cy="1755000"/>
        </a:xfrm>
        <a:prstGeom prst="roundRect">
          <a:avLst/>
        </a:prstGeom>
        <a:solidFill>
          <a:schemeClr val="accent5">
            <a:hueOff val="-6972787"/>
            <a:satOff val="6306"/>
            <a:lumOff val="-121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Work on New datasets</a:t>
          </a:r>
        </a:p>
      </dsp:txBody>
      <dsp:txXfrm>
        <a:off x="85672" y="1988591"/>
        <a:ext cx="6132385" cy="1583656"/>
      </dsp:txXfrm>
    </dsp:sp>
    <dsp:sp modelId="{2954A70B-8AB8-46ED-A21C-76D4C0EB5861}">
      <dsp:nvSpPr>
        <dsp:cNvPr id="0" name=""/>
        <dsp:cNvSpPr/>
      </dsp:nvSpPr>
      <dsp:spPr>
        <a:xfrm>
          <a:off x="0" y="3729919"/>
          <a:ext cx="6303729" cy="1755000"/>
        </a:xfrm>
        <a:prstGeom prst="roundRect">
          <a:avLst/>
        </a:prstGeom>
        <a:solidFill>
          <a:schemeClr val="accent5">
            <a:hueOff val="-13945574"/>
            <a:satOff val="12612"/>
            <a:lumOff val="-243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Adversarial Defense of proposed Model</a:t>
          </a:r>
        </a:p>
      </dsp:txBody>
      <dsp:txXfrm>
        <a:off x="85672" y="3815591"/>
        <a:ext cx="6132385" cy="1583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29-May-22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48239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9910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229605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6" name="Straight Connector 29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785759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568884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57" y="3009627"/>
            <a:ext cx="6589707" cy="2387600"/>
          </a:xfrm>
        </p:spPr>
        <p:txBody>
          <a:bodyPr>
            <a:normAutofit/>
          </a:bodyPr>
          <a:lstStyle/>
          <a:p>
            <a:pPr algn="l"/>
            <a:r>
              <a:rPr lang="en-US" sz="4700" dirty="0">
                <a:solidFill>
                  <a:srgbClr val="FFFFFF"/>
                </a:solidFill>
              </a:rPr>
              <a:t>Detecting Phishing attack using ensemble machine learning method</a:t>
            </a:r>
          </a:p>
        </p:txBody>
      </p:sp>
      <p:sp>
        <p:nvSpPr>
          <p:cNvPr id="38" name="Freeform: Shape 33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49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40932" y="6356350"/>
            <a:ext cx="4512467" cy="3651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843DBF2-19C6-FA20-0821-78774B3A2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4323529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6E49C-11A0-4C95-8A6E-FC7E9C57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7018" y="6356350"/>
            <a:ext cx="4244607" cy="365125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4504" y="6356350"/>
            <a:ext cx="1689295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62A3EFF-2BC5-8AB5-443E-CEA806BB38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9114537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62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Arc 116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Arc 120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1583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7593"/>
            <a:ext cx="4467792" cy="306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Definition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00209"/>
            <a:ext cx="4467792" cy="2410198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Detecting phishing attempts in a timely manner has become more important than ever.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4366" y="6463433"/>
            <a:ext cx="4114800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9419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2" name="Graphic 111" descr="Unlock">
            <a:extLst>
              <a:ext uri="{FF2B5EF4-FFF2-40B4-BE49-F238E27FC236}">
                <a16:creationId xmlns:a16="http://schemas.microsoft.com/office/drawing/2014/main" id="{327B68BE-72D4-AF70-E5A3-A493E8D82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3623" y="1374798"/>
            <a:ext cx="4108404" cy="4108404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0F9E5A-1FBB-4CF4-985F-4E74786A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4">
            <a:extLst>
              <a:ext uri="{FF2B5EF4-FFF2-40B4-BE49-F238E27FC236}">
                <a16:creationId xmlns:a16="http://schemas.microsoft.com/office/drawing/2014/main" id="{DE3C7A02-F759-4DF3-82A6-5C66E879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Phishing has three different types in practice: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Digital spoofing is when a website is cloned and used to trick clients into submitting sensitive information.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Email-based phishing, in which an attacker sends an email to an endless number of recipients, claiming that there is a database issue, and some of them fall for it.</a:t>
            </a:r>
          </a:p>
          <a:p>
            <a:pPr marL="3429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Malware-based spoofing, in which dangerous code is placed into a legitimate site, as well as the virus is inserted into the browser when the customer accesses that homepage.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Block Arc 35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D772EBE-9D7D-4DBD-8590-5AAFE732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2348" y="6424612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553A27-1890-40EF-97D0-1B9B8C35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104" y="6356350"/>
            <a:ext cx="1573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39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0F9E5A-1FBB-4CF4-985F-4E74786A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4">
            <a:extLst>
              <a:ext uri="{FF2B5EF4-FFF2-40B4-BE49-F238E27FC236}">
                <a16:creationId xmlns:a16="http://schemas.microsoft.com/office/drawing/2014/main" id="{DE3C7A02-F759-4DF3-82A6-5C66E879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Our paper contributes to the solution by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Using machine learning approach, develop a unique ensemble approach for detecting phishing attempts.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Conduct comprehensive literature study on phishing attempts. evaluating the suggested model’s accuracy and efficiency in compared to other methodologies.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Through using ensemble model, improves overall the phishing attack detection rate.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Block Arc 35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553A27-1890-40EF-97D0-1B9B8C35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104" y="6356350"/>
            <a:ext cx="1573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EB5556D5-4F5D-4BA5-8EB8-D42D0CFD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2348" y="6424612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3215320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0F9E5A-1FBB-4CF4-985F-4E74786A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Related Work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Content Placeholder 4">
            <a:extLst>
              <a:ext uri="{FF2B5EF4-FFF2-40B4-BE49-F238E27FC236}">
                <a16:creationId xmlns:a16="http://schemas.microsoft.com/office/drawing/2014/main" id="{DE3C7A02-F759-4DF3-82A6-5C66E879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Employment of NLP-based characteristics in seven classification methods.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strategy based on a page layout characteristic and used 49 Phishtank.com phishing website datasets. In the study, over 20000 messaging samples were used.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research based on the Random Forest algorithm as a binary classifier and the </a:t>
            </a:r>
            <a:r>
              <a:rPr lang="en-US" sz="2000" dirty="0" err="1"/>
              <a:t>reliefF</a:t>
            </a:r>
            <a:r>
              <a:rPr lang="en-US" sz="2000" dirty="0"/>
              <a:t> method as a forward selection strategy.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SMOTE approach to increase the model’s detection coverage.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comparison based on model content and characteristics on the 11055-item </a:t>
            </a:r>
            <a:r>
              <a:rPr lang="en-US" sz="2000" dirty="0" err="1"/>
              <a:t>PhishTank</a:t>
            </a:r>
            <a:r>
              <a:rPr lang="en-US" sz="2000" dirty="0"/>
              <a:t> dataset.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A hybrid ensemble feature selection (HEFS) features selection methodology for detecting phishing websites using machine learning techniques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Block Arc 35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553A27-1890-40EF-97D0-1B9B8C35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104" y="6356350"/>
            <a:ext cx="1573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B102B390-BCE2-4EC1-ABAB-0798D3A0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32348" y="6424612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230605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13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15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52E4E-851A-42EC-BF10-179BBDEAA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Proposed Solution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B545A3-DD35-479A-B5EC-3D11CCA1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C01877F-B6CC-7DBE-C444-164B4A565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016268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6A3225B-E32E-4AF7-9D56-217154A1204F}"/>
              </a:ext>
            </a:extLst>
          </p:cNvPr>
          <p:cNvSpPr txBox="1">
            <a:spLocks/>
          </p:cNvSpPr>
          <p:nvPr/>
        </p:nvSpPr>
        <p:spPr>
          <a:xfrm>
            <a:off x="3393397" y="6452544"/>
            <a:ext cx="407692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 cap="none" spc="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356263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Placeholder 9" descr="Diagram&#10;&#10;Description automatically generated">
            <a:extLst>
              <a:ext uri="{FF2B5EF4-FFF2-40B4-BE49-F238E27FC236}">
                <a16:creationId xmlns:a16="http://schemas.microsoft.com/office/drawing/2014/main" id="{742D52B9-D509-4364-82A0-4077AC35AEC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643" r="1" b="2256"/>
          <a:stretch/>
        </p:blipFill>
        <p:spPr>
          <a:xfrm>
            <a:off x="1998344" y="1205040"/>
            <a:ext cx="8195311" cy="4489251"/>
          </a:xfrm>
          <a:custGeom>
            <a:avLst/>
            <a:gdLst/>
            <a:ahLst/>
            <a:cxnLst/>
            <a:rect l="l" t="t" r="r" b="b"/>
            <a:pathLst>
              <a:path w="11668636" h="6391879">
                <a:moveTo>
                  <a:pt x="82200" y="0"/>
                </a:moveTo>
                <a:lnTo>
                  <a:pt x="11586436" y="0"/>
                </a:lnTo>
                <a:cubicBezTo>
                  <a:pt x="11631834" y="0"/>
                  <a:pt x="11668636" y="36802"/>
                  <a:pt x="11668636" y="82200"/>
                </a:cubicBezTo>
                <a:lnTo>
                  <a:pt x="11668636" y="6309679"/>
                </a:lnTo>
                <a:cubicBezTo>
                  <a:pt x="11668636" y="6355077"/>
                  <a:pt x="11631834" y="6391879"/>
                  <a:pt x="11586436" y="6391879"/>
                </a:cubicBezTo>
                <a:lnTo>
                  <a:pt x="82200" y="6391879"/>
                </a:lnTo>
                <a:cubicBezTo>
                  <a:pt x="36802" y="6391879"/>
                  <a:pt x="0" y="6355077"/>
                  <a:pt x="0" y="6309679"/>
                </a:cubicBezTo>
                <a:lnTo>
                  <a:pt x="0" y="82200"/>
                </a:lnTo>
                <a:cubicBezTo>
                  <a:pt x="0" y="36802"/>
                  <a:pt x="36802" y="0"/>
                  <a:pt x="82200" y="0"/>
                </a:cubicBezTo>
                <a:close/>
              </a:path>
            </a:pathLst>
          </a:custGeom>
        </p:spPr>
      </p:pic>
      <p:sp>
        <p:nvSpPr>
          <p:cNvPr id="21" name="Arc 20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820704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740" y="5694291"/>
            <a:ext cx="546100" cy="5461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0AC73D-5EC6-4E8B-83A1-8FB87775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711" y="6356350"/>
            <a:ext cx="22601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B74425F-ED58-4ED0-A08C-2AE2D160C3C3}"/>
              </a:ext>
            </a:extLst>
          </p:cNvPr>
          <p:cNvSpPr txBox="1">
            <a:spLocks/>
          </p:cNvSpPr>
          <p:nvPr/>
        </p:nvSpPr>
        <p:spPr>
          <a:xfrm>
            <a:off x="3393397" y="6452544"/>
            <a:ext cx="407692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 cap="none" spc="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4168598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9050B1-8E68-4669-92F5-60A12106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and Discussion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raphic 11" descr="Target">
            <a:extLst>
              <a:ext uri="{FF2B5EF4-FFF2-40B4-BE49-F238E27FC236}">
                <a16:creationId xmlns:a16="http://schemas.microsoft.com/office/drawing/2014/main" id="{F83463DD-432B-40E6-85C1-8D354BE10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7D0AA809-C2A0-488B-B8DF-10AA03D4A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We employed </a:t>
            </a:r>
          </a:p>
          <a:p>
            <a:pPr marL="4572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Precision, </a:t>
            </a:r>
          </a:p>
          <a:p>
            <a:pPr marL="4572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Recall, </a:t>
            </a:r>
          </a:p>
          <a:p>
            <a:pPr marL="4572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F-Measure, and </a:t>
            </a:r>
          </a:p>
          <a:p>
            <a:pPr marL="45720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Accuracy 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to compare the performance of the suggested approach to that of others.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B7F481-2D60-41FB-80D4-C5CAE238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90EEF37-C1BB-4363-86A4-061CCE08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9940" y="6400006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397398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4FF5E9-F368-4863-86DF-F9FA300D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335" y="494644"/>
            <a:ext cx="5753699" cy="15049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 of RFC and KNN ensemble Model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Placeholder 9" descr="Chart&#10;&#10;Description automatically generated">
            <a:extLst>
              <a:ext uri="{FF2B5EF4-FFF2-40B4-BE49-F238E27FC236}">
                <a16:creationId xmlns:a16="http://schemas.microsoft.com/office/drawing/2014/main" id="{0D0441F2-32FA-4D8C-A477-1A911B1ABB5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568" b="568"/>
          <a:stretch>
            <a:fillRect/>
          </a:stretch>
        </p:blipFill>
        <p:spPr>
          <a:xfrm>
            <a:off x="703182" y="1247119"/>
            <a:ext cx="4777381" cy="419401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2B88C2-62F8-4AF4-9267-5EDB317E7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ensemble of RFC and KNN gives the highest precision of 0.97.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DF7065-2480-493A-9E63-A5BBEA95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EC54132-993C-40CD-9D6B-C63377E71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1049" y="6378575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2421687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5F8FB9-93B9-4832-A062-85E1B6A5A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Placeholder 9" descr="Table&#10;&#10;Description automatically generated">
            <a:extLst>
              <a:ext uri="{FF2B5EF4-FFF2-40B4-BE49-F238E27FC236}">
                <a16:creationId xmlns:a16="http://schemas.microsoft.com/office/drawing/2014/main" id="{46854B58-AA5F-476D-BC39-5377ED24265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r="-1" b="6223"/>
          <a:stretch/>
        </p:blipFill>
        <p:spPr>
          <a:xfrm>
            <a:off x="1669474" y="10"/>
            <a:ext cx="10522527" cy="6857990"/>
          </a:xfrm>
          <a:custGeom>
            <a:avLst/>
            <a:gdLst/>
            <a:ahLst/>
            <a:cxnLst/>
            <a:rect l="l" t="t" r="r" b="b"/>
            <a:pathLst>
              <a:path w="10522527" h="6858000">
                <a:moveTo>
                  <a:pt x="2882142" y="0"/>
                </a:moveTo>
                <a:lnTo>
                  <a:pt x="10522527" y="0"/>
                </a:lnTo>
                <a:lnTo>
                  <a:pt x="10522527" y="6858000"/>
                </a:lnTo>
                <a:lnTo>
                  <a:pt x="80697" y="6858000"/>
                </a:lnTo>
                <a:lnTo>
                  <a:pt x="37339" y="6516785"/>
                </a:lnTo>
                <a:cubicBezTo>
                  <a:pt x="12648" y="6273664"/>
                  <a:pt x="0" y="6026982"/>
                  <a:pt x="0" y="5777347"/>
                </a:cubicBezTo>
                <a:cubicBezTo>
                  <a:pt x="0" y="3530630"/>
                  <a:pt x="1024495" y="1523197"/>
                  <a:pt x="2631803" y="196728"/>
                </a:cubicBezTo>
                <a:close/>
              </a:path>
            </a:pathLst>
          </a:custGeom>
        </p:spPr>
      </p:pic>
      <p:sp>
        <p:nvSpPr>
          <p:cNvPr id="34" name="Arc 33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E52EB4-C6E8-473E-B458-1C5FECDA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4575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>
                <a:solidFill>
                  <a:srgbClr val="FFFFFF"/>
                </a:solidFill>
              </a:rPr>
              <a:t>9/3/20XX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F5FD67-6148-421C-BD56-3C8EF4D2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05917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 cap="none" spc="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8DFE08-83D1-4A5D-ADBC-A900E69A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54634" y="6356350"/>
            <a:ext cx="139916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21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A323B1-3ACB-48A0-8AA0-8D5C5117F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-2279374"/>
            <a:ext cx="6906491" cy="84563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accuracy of RFC + SVM is 0.962 that is the highest accuracy in all the ensemble models.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199BFA-435B-4D6F-AB19-3D1FDDE6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9860" y="6356350"/>
            <a:ext cx="15339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226A7A2D-08E0-4B0D-A09E-E2187AF3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272" y="2272916"/>
            <a:ext cx="5332723" cy="331642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445D728B-E9A4-4C13-AD18-93CC98DF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1049" y="6378575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19104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4FF5E9-F368-4863-86DF-F9FA300D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 of RFC and KNN ensemble Model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Placeholder 10" descr="Chart&#10;&#10;Description automatically generated">
            <a:extLst>
              <a:ext uri="{FF2B5EF4-FFF2-40B4-BE49-F238E27FC236}">
                <a16:creationId xmlns:a16="http://schemas.microsoft.com/office/drawing/2014/main" id="{5C34F53E-6A85-4EF2-B2B4-92CBDC04CC1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8516" r="8516"/>
          <a:stretch>
            <a:fillRect/>
          </a:stretch>
        </p:blipFill>
        <p:spPr>
          <a:xfrm>
            <a:off x="703273" y="707177"/>
            <a:ext cx="4777381" cy="477922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2B88C2-62F8-4AF4-9267-5EDB317E7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We used SVM as a based classifier and the ensemble of SVM and decision tree shows the precision rate is 0.97 that is high as the previous models. 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Recall is high of the ensemble of SVM and ANN. Roc Area, F-measures and Accuracy are same in both the ensemble techniques.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DF7065-2480-493A-9E63-A5BBEA95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313DCE13-3F63-4C54-8C46-6B6FD190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1049" y="6378575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332395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Freeform: Shape 29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1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rc 33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607799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35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1176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EEA23E-7AA4-4C5C-BD1F-B8997747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/>
              <a:pPr>
                <a:spcAft>
                  <a:spcPts val="600"/>
                </a:spcAft>
                <a:defRPr/>
              </a:pPr>
              <a:t>15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08CFC5-4C62-47F1-9195-39D64E48A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387" y="485744"/>
            <a:ext cx="7296178" cy="5703919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F1A2B63A-4DB2-41D8-8F85-2B3A6E83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3683" y="6310282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2647945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D963C3-9FB5-4573-889F-7D79EC7E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EF20BB-D214-4D55-B8EA-0921DA5F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57B46F16-01D2-8551-2087-518A4F479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575190"/>
              </p:ext>
            </p:extLst>
          </p:nvPr>
        </p:nvGraphicFramePr>
        <p:xfrm>
          <a:off x="838200" y="1825625"/>
          <a:ext cx="10515600" cy="3859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F3A2E0FC-A3AE-48B3-A993-796A3FF8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738" y="6356349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1459837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31D2-F40A-CB63-088F-3E1E2841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Graph </a:t>
            </a:r>
          </a:p>
        </p:txBody>
      </p:sp>
      <p:pic>
        <p:nvPicPr>
          <p:cNvPr id="10" name="Content Placeholder 9" descr="Chart, line chart&#10;&#10;Description automatically generated">
            <a:extLst>
              <a:ext uri="{FF2B5EF4-FFF2-40B4-BE49-F238E27FC236}">
                <a16:creationId xmlns:a16="http://schemas.microsoft.com/office/drawing/2014/main" id="{A1F12106-9427-4478-BDEE-05362EF38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7927" y="1782478"/>
            <a:ext cx="5798271" cy="3685634"/>
          </a:xfr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BA4F5387-91DF-488C-9571-C463E640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AF1E9C-49EC-4C97-9CF0-53D7DAC1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: Shape 46">
            <a:extLst>
              <a:ext uri="{FF2B5EF4-FFF2-40B4-BE49-F238E27FC236}">
                <a16:creationId xmlns:a16="http://schemas.microsoft.com/office/drawing/2014/main" id="{AA5ED585-FEBB-4DAD-84C0-97BEE6C36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88933" y="4841194"/>
            <a:ext cx="1737401" cy="959536"/>
          </a:xfrm>
          <a:custGeom>
            <a:avLst/>
            <a:gdLst/>
            <a:ahLst/>
            <a:cxnLst/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reeform: Shape 48">
            <a:extLst>
              <a:ext uri="{FF2B5EF4-FFF2-40B4-BE49-F238E27FC236}">
                <a16:creationId xmlns:a16="http://schemas.microsoft.com/office/drawing/2014/main" id="{EF6AC352-A720-4DB3-87CA-A33B0607C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9" name="Rectangle 50">
            <a:extLst>
              <a:ext uri="{FF2B5EF4-FFF2-40B4-BE49-F238E27FC236}">
                <a16:creationId xmlns:a16="http://schemas.microsoft.com/office/drawing/2014/main" id="{8ECBFEF8-9038-4E5E-A5F1-E4DC23035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Arc 52">
            <a:extLst>
              <a:ext uri="{FF2B5EF4-FFF2-40B4-BE49-F238E27FC236}">
                <a16:creationId xmlns:a16="http://schemas.microsoft.com/office/drawing/2014/main" id="{F37E8EB2-7BE0-4F3D-921C-F4E9C2C14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8958979" y="368138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Oval 54">
            <a:extLst>
              <a:ext uri="{FF2B5EF4-FFF2-40B4-BE49-F238E27FC236}">
                <a16:creationId xmlns:a16="http://schemas.microsoft.com/office/drawing/2014/main" id="{E77AE46B-A945-4A7E-9911-903176079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69" y="5694291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F1A2B63A-4DB2-41D8-8F85-2B3A6E83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Detecting Phishing attack using ensemble machine learning method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EEA23E-7AA4-4C5C-BD1F-B8997747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3711" y="6356350"/>
            <a:ext cx="22601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CD4CF84-AF46-5C64-304E-C02DAF70C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83133"/>
              </p:ext>
            </p:extLst>
          </p:nvPr>
        </p:nvGraphicFramePr>
        <p:xfrm>
          <a:off x="615069" y="1223243"/>
          <a:ext cx="10642404" cy="46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7468">
                  <a:extLst>
                    <a:ext uri="{9D8B030D-6E8A-4147-A177-3AD203B41FA5}">
                      <a16:colId xmlns:a16="http://schemas.microsoft.com/office/drawing/2014/main" val="3577457115"/>
                    </a:ext>
                  </a:extLst>
                </a:gridCol>
                <a:gridCol w="3547468">
                  <a:extLst>
                    <a:ext uri="{9D8B030D-6E8A-4147-A177-3AD203B41FA5}">
                      <a16:colId xmlns:a16="http://schemas.microsoft.com/office/drawing/2014/main" val="3933435063"/>
                    </a:ext>
                  </a:extLst>
                </a:gridCol>
                <a:gridCol w="3547468">
                  <a:extLst>
                    <a:ext uri="{9D8B030D-6E8A-4147-A177-3AD203B41FA5}">
                      <a16:colId xmlns:a16="http://schemas.microsoft.com/office/drawing/2014/main" val="240370428"/>
                    </a:ext>
                  </a:extLst>
                </a:gridCol>
              </a:tblGrid>
              <a:tr h="117362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Scenario based techniques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ML based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Proposed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957348"/>
                  </a:ext>
                </a:extLst>
              </a:tr>
              <a:tr h="1173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Theoretical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Traditional model was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Ensemble approach is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321948"/>
                  </a:ext>
                </a:extLst>
              </a:tr>
              <a:tr h="1173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consuming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High accuracy and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341305"/>
                  </a:ext>
                </a:extLst>
              </a:tr>
              <a:tr h="1173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is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Realtime Dataset is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587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76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8B120E-F678-4F10-8D93-B49E207F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  <a:b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&amp; Future work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DBF17F-87AA-49D8-B6F1-7F4822AF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4504" y="6356350"/>
            <a:ext cx="16892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72E5A-7496-4BB4-BF50-DFB4543005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6CA54AC9-6131-1355-B7CE-E79D3B954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65897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3DCE936C-871A-4CB7-8AF2-660C40428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91049" y="6378575"/>
            <a:ext cx="4076924" cy="36512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Detecting Phishing attack using ensemble machine learning method</a:t>
            </a:r>
          </a:p>
        </p:txBody>
      </p:sp>
    </p:spTree>
    <p:extLst>
      <p:ext uri="{BB962C8B-B14F-4D97-AF65-F5344CB8AC3E}">
        <p14:creationId xmlns:p14="http://schemas.microsoft.com/office/powerpoint/2010/main" val="3754785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c 12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5AB83C82-30AD-4DF2-A9AD-CE1547FDE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18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706C9-F26D-46CA-93BF-8C27012F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9025F-68D1-4F50-8480-3F981455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444" y="6356350"/>
            <a:ext cx="88635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fld id="{D76B855D-E9CC-4FF8-AD85-6CDC7B89A0DE}" type="slidenum">
              <a:rPr lang="en-US" noProof="0">
                <a:solidFill>
                  <a:prstClr val="black">
                    <a:tint val="75000"/>
                  </a:prstClr>
                </a:solidFill>
              </a:rPr>
              <a:pPr lvl="0">
                <a:spcAft>
                  <a:spcPts val="600"/>
                </a:spcAft>
              </a:pPr>
              <a:t>20</a:t>
            </a:fld>
            <a:endParaRPr lang="en-US" noProof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8" name="Arc 20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258905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{A1A5434C-9890-43B4-87AD-239FB6F7B9BD}tf78504181_win32</Template>
  <TotalTime>553</TotalTime>
  <Words>801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Avenir Next LT Pro</vt:lpstr>
      <vt:lpstr>Calibri</vt:lpstr>
      <vt:lpstr>Tw Cen MT</vt:lpstr>
      <vt:lpstr>ShapesVTI</vt:lpstr>
      <vt:lpstr>Detecting Phishing attack using ensemble machine learning method</vt:lpstr>
      <vt:lpstr>Team Members</vt:lpstr>
      <vt:lpstr>Topics</vt:lpstr>
      <vt:lpstr>Problem Definition</vt:lpstr>
      <vt:lpstr>Introduction</vt:lpstr>
      <vt:lpstr>Introduction</vt:lpstr>
      <vt:lpstr>Related Work</vt:lpstr>
      <vt:lpstr>Proposed Solution</vt:lpstr>
      <vt:lpstr>PowerPoint Presentation</vt:lpstr>
      <vt:lpstr>Results and Discussion</vt:lpstr>
      <vt:lpstr>Confusion Matrix of RFC and KNN ensemble Model</vt:lpstr>
      <vt:lpstr>PowerPoint Presentation</vt:lpstr>
      <vt:lpstr>PowerPoint Presentation</vt:lpstr>
      <vt:lpstr>Confusion Matrix of RFC and KNN ensemble Model</vt:lpstr>
      <vt:lpstr>PowerPoint Presentation</vt:lpstr>
      <vt:lpstr>Discussion</vt:lpstr>
      <vt:lpstr>Compression Graph </vt:lpstr>
      <vt:lpstr>PowerPoint Presentation</vt:lpstr>
      <vt:lpstr>Conclusion &amp;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Proposal</dc:title>
  <dc:creator>RIDA REHAN</dc:creator>
  <cp:lastModifiedBy>Hidayat Ur Rehman</cp:lastModifiedBy>
  <cp:revision>59</cp:revision>
  <dcterms:created xsi:type="dcterms:W3CDTF">2022-04-17T18:42:07Z</dcterms:created>
  <dcterms:modified xsi:type="dcterms:W3CDTF">2022-05-29T17:46:00Z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